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08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E1EDF1"/>
                </a:solidFill>
                <a:latin typeface="맑은 고딕"/>
                <a:ea typeface="맑은 고딕"/>
              </a:rPr>
              <a:t>PPT 3 · 학습자료 (검증됨)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ABB 로봇 통신 방식 비교
RAPID Socket · RWS · EGM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E1EDF1"/>
                </a:solidFill>
                <a:latin typeface="맑은 고딕"/>
                <a:ea typeface="맑은 고딕"/>
              </a:rPr>
              <a:t>공식 문서를 실제로 검색·대조해서, 확인된 것과 확인 안 된 것을 구분해 정리했습니다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일러두기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이 PPT를 읽기 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이 PPT의 모든 항목은 두 등급으로 표시됩니다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'공식 문서로 확인됨' 또는 '확인 안 됨 / 버전에 따라 다를 수 있음'.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확인 안 된 수치는 절대 추측해서 채우지 않았습니다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실제 컨트롤러의 FlexPendant나 최신 공식 매뉴얼으로 직접 재확인해야 하는 항목으로 명시했습니다.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이렇게 하는 이유: 실제 로봇에 잘못된 정보로 설정/배선을 하면 위험하기 때문입니다.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RAPID Socket 통신 (SocketCreate 등)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01. RAPID Socket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우리가 이미 1차 프로젝트에서 실제로 써본 방식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881360" cy="4480560"/>
          </a:xfrm>
          <a:prstGeom prst="rect">
            <a:avLst/>
          </a:prstGeom>
          <a:solidFill>
            <a:srgbClr val="1B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/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VAR socketdev srv_client_socket;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SocketCreate srv_client_socket;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SocketConnect srv_client_socket, "192.168.3.10", 5000;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SocketSend srv_client_socket \Str:="ReadyForPickup unit=1\0D\0A";</a:t>
            </a:r>
          </a:p>
          <a:p>
            <a:r>
              <a:rPr sz="1400" b="0" i="0">
                <a:solidFill>
                  <a:srgbClr val="D8E6EC"/>
                </a:solidFill>
                <a:latin typeface="Consolas"/>
                <a:ea typeface="Consolas"/>
              </a:rPr>
              <a:t>SocketReceive srv_client_socket \Str:=recvBuffer;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55F68"/>
                </a:solidFill>
                <a:latin typeface="맑은 고딕"/>
                <a:ea typeface="맑은 고딕"/>
              </a:rPr>
              <a:t>SocketCreate/Connect/Send/Receive/Close — RAPID 표준 소켓 명령어. 공식 매뉴얼(3HAC16581-1)에 문서화됨(링크 확인, 세부 파라미터 원문 대조는 못함).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01. RAPID Socket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RAPID Socket — 확인 상태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명령어(SocketCreate/Send/Receive 등) 존재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✅ 공식 매뉴얼 링크 확인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RobotWare 5.08 이상에서 사용 가능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⚠️ 2차 출처 — 공식 원문 미대조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SocketReceive 기본 타임아웃(WAIT_MAX 등) 정확한 값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❌ 확인 안 됨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동시 연결 수 제한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❌ 확인 안 됨 — 검색으로 찾지 못함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3886200"/>
            <a:ext cx="10881360" cy="1005840"/>
          </a:xfrm>
          <a:prstGeom prst="rect">
            <a:avLst/>
          </a:prstGeom>
          <a:solidFill>
            <a:srgbClr val="E1EDF1"/>
          </a:solidFill>
          <a:ln w="9525">
            <a:solidFill>
              <a:srgbClr val="2F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300" b="0" i="1">
                <a:solidFill>
                  <a:srgbClr val="2F6A86"/>
                </a:solidFill>
                <a:latin typeface="맑은 고딕"/>
                <a:ea typeface="맑은 고딕"/>
              </a:rPr>
              <a:t>💡 결론: 명령어 자체는 확실히 존재하고 1차 프로젝트에서 실제로 검증됐지만, 정확한 타임아웃 기본값·동시 연결 제한 같은 수치는 이번 조사로 확인 못했습니다. 실습 전 ABB 기술지원 또는 실제 컨트롤러에서 재확인 권장.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RWS (Robot Web Services)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02. RWS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RWS란 무엇인가 (공식 문서로 확인됨)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REST 스타일 API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ABB 컨트롤러(IRC5/OmniCore)에 HTTP(S)로 원격 접근하는 공식 인터페이스.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인증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Digest 인증이 기본값(평문으로 아이디/비번을 보내지 않음). 인증 후 쿠키 기반 세션으로 관리.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다루는 리소스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IO 시스템(신호), RAPID 변수/실행, File Service, Controller 서비스(재시작 등), E-log, CFG, 그리고 WebSocket 기반 Subscription(이벤트 구독)까지 문서화되어 있음.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57800"/>
            <a:ext cx="10881360" cy="1051560"/>
          </a:xfrm>
          <a:prstGeom prst="rect">
            <a:avLst/>
          </a:prstGeom>
          <a:solidFill>
            <a:srgbClr val="E1EDF1"/>
          </a:solidFill>
          <a:ln w="9525">
            <a:solidFill>
              <a:srgbClr val="2F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50" b="0" i="1">
                <a:solidFill>
                  <a:srgbClr val="2F6A86"/>
                </a:solidFill>
                <a:latin typeface="맑은 고딕"/>
                <a:ea typeface="맑은 고딕"/>
              </a:rPr>
              <a:t>💡 출처: ABB Developer Center 공식 문서(developercenter.robotstudio.com/api/rwsApi/) — 원문 직접 확인 완료.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02. RWS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RWS 1.0 vs 2.0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RWS 1.0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RWS 2.0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지원 컨트롤러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RobotWare 6 (IRC5)부터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RobotWare 7 (OmniCore)부터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OmniCore에서 상태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⚠️ deprecated 라는 2차 출처 다수 (원문 미대조)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OpenAPI 3.0 / Swagger 기반 (2차 출처 다수)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OAuth2 지원 여부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❌ 확인 안 됨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3429000"/>
            <a:ext cx="10881360" cy="1005840"/>
          </a:xfrm>
          <a:prstGeom prst="rect">
            <a:avLst/>
          </a:prstGeom>
          <a:solidFill>
            <a:srgbClr val="E1EDF1"/>
          </a:solidFill>
          <a:ln w="9525">
            <a:solidFill>
              <a:srgbClr val="2F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300" b="0" i="1">
                <a:solidFill>
                  <a:srgbClr val="2F6A86"/>
                </a:solidFill>
                <a:latin typeface="맑은 고딕"/>
                <a:ea typeface="맑은 고딕"/>
              </a:rPr>
              <a:t>💡 여러 2차 출처가 일치하지만 ABB 공식 페이지 원문에서 이 버전 차이를 명시적으로 서술한 부분은 대조하지 못했습니다 — '부분 확인'으로 분류.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EGM (Externally Guided Motion)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03. EGM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EGM이란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정의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외부 PC가 실시간으로 로봇의 모션 자체를 가이드할 수 있게 하는 ABB 옵션 기능.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통신 방식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UDP + Google Protobuf(egm.proto) 기반의 주기적 통신 (2차 출처 기준, 공식 PDF 본문은 파싱 실패로 직접 대조 못함).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자주 언급되는 주기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최대 250Hz(4ms) — 여러 2차 출처가 일치하지만 공식 매뉴얼 원문 재확인은 못했습니다.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03. EGM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EGM — 우리 프로젝트에서 실제로 쓸 수 있는가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확인 결과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옵션 번호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689-1 (또는 컨트롤러 세대별 689-2) — 별도 구매·설치 필요. 2차 출처 다수 일치, 공식 라이선스 안내서 원문은 미확인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학생/교육용 라이선스 포함 여부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❌ 확인 안 됨 — 실습 컨트롤러의 FlexPendant → System Info → Controller → Options에서 직접 확인 필요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공식 매뉴얼 존재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✅ library.e.abb.com에 OmniCore용(3HAC073318-001)과 RW7용 별도 문서 확인됨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3429000"/>
            <a:ext cx="10881360" cy="1005840"/>
          </a:xfrm>
          <a:prstGeom prst="rect">
            <a:avLst/>
          </a:prstGeom>
          <a:solidFill>
            <a:srgbClr val="E1EDF1"/>
          </a:solidFill>
          <a:ln w="9525">
            <a:solidFill>
              <a:srgbClr val="2F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300" b="0" i="1">
                <a:solidFill>
                  <a:srgbClr val="2F6A86"/>
                </a:solidFill>
                <a:latin typeface="맑은 고딕"/>
                <a:ea typeface="맑은 고딕"/>
              </a:rPr>
              <a:t>💡 결론(프로젝트 관점): EGM은 별도 유료 옵션이 설치되어 있어야 쓸 수 있는 기능으로 보이며, 우리가 1차 프로젝트에서 쓴 RAPID Socket 통신과 달리 추가 라이선스 없이는 접근이 어려울 가능성이 높습니다 — 다만 이는 2차 출처 종합 판단이니, 실습 컨트롤러 옵션 목록을 직접 확인하세요.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종합 비교와 우리 프로젝트에 대한 권장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04.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네 가지 방식 종합 비교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901696"/>
                <a:gridCol w="2901696"/>
                <a:gridCol w="2901696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RAPID Socket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RWS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EGM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통신 계층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TCP, 텍스트 프로토콜(직접 설계)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HTTP(S), REST + WebSocket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UDP, Protobuf 바이너리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용도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이벤트/명령 주고받기 (지금 우리 방식)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컨트롤러 상태·변수·파일 원격 조회/조작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실시간 모션 스트리밍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추가 라이선스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필요 없음(2차 출처 기준)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필요 없음(기본 제공, 2차 출처 기준)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필요 (옵션 689-1, 2차 출처)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우리 프로젝트 적합도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이미 검증됨, 계속 사용 권장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관제/모니터링 보강용으로 검토 가치 있음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지금 범위에서는 불필요(별도 라이선스 확인 먼저)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04.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권장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EVENT/COMMAND 주고받기는 지금처럼 RAPID Socket 유지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이미 검증됐고 추가 라이선스가 필요 없다.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RWS는 '보강 옵션'으로 검토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예를 들어 컨트롤러 상태(비상정지 여부, 현재 실행 중인 PROC 등)를 서버가 직접 조회하는 보조 채널로 쓸 수 있다. 다만 RWS 1.0/2.0 버전 차이가 확실히 정리 안 됐으므로, 실제 컨트롤러의 RobotWare 버전부터 확인 후 도입 여부를 결정해야 한다.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EGM은 지금 프로젝트 범위 밖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실시간 서보 제어가 필요한 상황(예: 도색 공정의 매끄러운 궤적)이 생기면, 그때 옵션 라이선스 여부부터 확인하고 재검토.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