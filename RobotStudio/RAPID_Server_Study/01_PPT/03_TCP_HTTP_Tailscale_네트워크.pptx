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fe60ac10a4fb0" /><Relationship Type="http://schemas.openxmlformats.org/officeDocument/2006/relationships/extended-properties" Target="/docProps/app.xml" Id="R19c7f572e3d2426f" /><Relationship Type="http://schemas.openxmlformats.org/officeDocument/2006/relationships/officeDocument" Target="/ppt/presentation.xml" Id="R18ac0da7390842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353afeb854282"/>
  </p:sldMasterIdLst>
  <p:notesMasterIdLst>
    <p:notesMasterId xmlns:r="http://schemas.openxmlformats.org/officeDocument/2006/relationships" r:id="R40c19f018623440d"/>
  </p:notesMasterIdLst>
  <p:sldIdLst>
    <p:sldId xmlns:r="http://schemas.openxmlformats.org/officeDocument/2006/relationships" id="256" r:id="R41e6010c6ff54354"/>
    <p:sldId xmlns:r="http://schemas.openxmlformats.org/officeDocument/2006/relationships" id="257" r:id="Rabac6b182af4472d"/>
    <p:sldId xmlns:r="http://schemas.openxmlformats.org/officeDocument/2006/relationships" id="258" r:id="R7429dda1aa074e04"/>
    <p:sldId xmlns:r="http://schemas.openxmlformats.org/officeDocument/2006/relationships" id="259" r:id="R2b602cc822024430"/>
    <p:sldId xmlns:r="http://schemas.openxmlformats.org/officeDocument/2006/relationships" id="260" r:id="R3f5600d2ed454feb"/>
    <p:sldId xmlns:r="http://schemas.openxmlformats.org/officeDocument/2006/relationships" id="261" r:id="R98f5edd6435342cb"/>
    <p:sldId xmlns:r="http://schemas.openxmlformats.org/officeDocument/2006/relationships" id="262" r:id="R1c4d9a74c3f84aef"/>
    <p:sldId xmlns:r="http://schemas.openxmlformats.org/officeDocument/2006/relationships" id="263" r:id="Rc0cf1cdec6e14abf"/>
    <p:sldId xmlns:r="http://schemas.openxmlformats.org/officeDocument/2006/relationships" id="264" r:id="R7fb58080cf1f456d"/>
    <p:sldId xmlns:r="http://schemas.openxmlformats.org/officeDocument/2006/relationships" id="265" r:id="R638a1493b4884135"/>
    <p:sldId xmlns:r="http://schemas.openxmlformats.org/officeDocument/2006/relationships" id="266" r:id="R53623f268ac946ba"/>
    <p:sldId xmlns:r="http://schemas.openxmlformats.org/officeDocument/2006/relationships" id="267" r:id="Ra0254753ba6e4a83"/>
    <p:sldId xmlns:r="http://schemas.openxmlformats.org/officeDocument/2006/relationships" id="268" r:id="Ra2a5328ad5b0477a"/>
    <p:sldId xmlns:r="http://schemas.openxmlformats.org/officeDocument/2006/relationships" id="269" r:id="R16e98f911d8249d1"/>
    <p:sldId xmlns:r="http://schemas.openxmlformats.org/officeDocument/2006/relationships" id="270" r:id="R58a5998c55b74ad9"/>
    <p:sldId xmlns:r="http://schemas.openxmlformats.org/officeDocument/2006/relationships" id="271" r:id="Rb44a6eb901984733"/>
    <p:sldId xmlns:r="http://schemas.openxmlformats.org/officeDocument/2006/relationships" id="272" r:id="R57b3a5d2e272478b"/>
    <p:sldId xmlns:r="http://schemas.openxmlformats.org/officeDocument/2006/relationships" id="273" r:id="Rc8f1105f681e4e24"/>
    <p:sldId xmlns:r="http://schemas.openxmlformats.org/officeDocument/2006/relationships" id="274" r:id="Rda017dc7519b4472"/>
    <p:sldId xmlns:r="http://schemas.openxmlformats.org/officeDocument/2006/relationships" id="275" r:id="Rff7fb4e44b384491"/>
    <p:sldId xmlns:r="http://schemas.openxmlformats.org/officeDocument/2006/relationships" id="276" r:id="Ree70edcc69d345ae"/>
    <p:sldId xmlns:r="http://schemas.openxmlformats.org/officeDocument/2006/relationships" id="277" r:id="Rd20bcaf3760441af"/>
    <p:sldId xmlns:r="http://schemas.openxmlformats.org/officeDocument/2006/relationships" id="278" r:id="R995ab88612a64f7c"/>
    <p:sldId xmlns:r="http://schemas.openxmlformats.org/officeDocument/2006/relationships" id="279" r:id="R909f1ec1538444ae"/>
    <p:sldId xmlns:r="http://schemas.openxmlformats.org/officeDocument/2006/relationships" id="280" r:id="Rbae332b82dc04478"/>
    <p:sldId xmlns:r="http://schemas.openxmlformats.org/officeDocument/2006/relationships" id="281" r:id="R7ea0c18cee7c483f"/>
    <p:sldId xmlns:r="http://schemas.openxmlformats.org/officeDocument/2006/relationships" id="282" r:id="R9bffddc36ae74006"/>
    <p:sldId xmlns:r="http://schemas.openxmlformats.org/officeDocument/2006/relationships" id="283" r:id="R53f607d0811b44ec"/>
    <p:sldId xmlns:r="http://schemas.openxmlformats.org/officeDocument/2006/relationships" id="284" r:id="R7a81447844d24715"/>
    <p:sldId xmlns:r="http://schemas.openxmlformats.org/officeDocument/2006/relationships" id="285" r:id="R1b6ff71a6e8b4ae6"/>
    <p:sldId xmlns:r="http://schemas.openxmlformats.org/officeDocument/2006/relationships" id="286" r:id="R5ea677922dd24dbc"/>
    <p:sldId xmlns:r="http://schemas.openxmlformats.org/officeDocument/2006/relationships" id="287" r:id="R0238a466fc3547ca"/>
    <p:sldId xmlns:r="http://schemas.openxmlformats.org/officeDocument/2006/relationships" id="288" r:id="Rb67da5b13ccf4b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a18025eb6141ac" /><Relationship Type="http://schemas.openxmlformats.org/officeDocument/2006/relationships/slideMaster" Target="/ppt/slideMasters/slideMaster1.xml" Id="R10d353afeb854282" /><Relationship Type="http://schemas.openxmlformats.org/officeDocument/2006/relationships/notesMaster" Target="/ppt/notesMasters/notesMaster1.xml" Id="R40c19f018623440d" /><Relationship Type="http://schemas.openxmlformats.org/officeDocument/2006/relationships/presProps" Target="/ppt/presProps.xml" Id="R23108216a13f4061" /><Relationship Type="http://schemas.openxmlformats.org/officeDocument/2006/relationships/tableStyles" Target="/ppt/tableStyles.xml" Id="R861f709f3d4c480f" /><Relationship Type="http://schemas.openxmlformats.org/officeDocument/2006/relationships/slide" Target="/ppt/slides/slide1.xml" Id="R41e6010c6ff54354" /><Relationship Type="http://schemas.openxmlformats.org/officeDocument/2006/relationships/slide" Target="/ppt/slides/slide2.xml" Id="Rabac6b182af4472d" /><Relationship Type="http://schemas.openxmlformats.org/officeDocument/2006/relationships/slide" Target="/ppt/slides/slide3.xml" Id="R7429dda1aa074e04" /><Relationship Type="http://schemas.openxmlformats.org/officeDocument/2006/relationships/slide" Target="/ppt/slides/slide4.xml" Id="R2b602cc822024430" /><Relationship Type="http://schemas.openxmlformats.org/officeDocument/2006/relationships/slide" Target="/ppt/slides/slide5.xml" Id="R3f5600d2ed454feb" /><Relationship Type="http://schemas.openxmlformats.org/officeDocument/2006/relationships/slide" Target="/ppt/slides/slide6.xml" Id="R98f5edd6435342cb" /><Relationship Type="http://schemas.openxmlformats.org/officeDocument/2006/relationships/slide" Target="/ppt/slides/slide7.xml" Id="R1c4d9a74c3f84aef" /><Relationship Type="http://schemas.openxmlformats.org/officeDocument/2006/relationships/slide" Target="/ppt/slides/slide8.xml" Id="Rc0cf1cdec6e14abf" /><Relationship Type="http://schemas.openxmlformats.org/officeDocument/2006/relationships/slide" Target="/ppt/slides/slide9.xml" Id="R7fb58080cf1f456d" /><Relationship Type="http://schemas.openxmlformats.org/officeDocument/2006/relationships/slide" Target="/ppt/slides/slide10.xml" Id="R638a1493b4884135" /><Relationship Type="http://schemas.openxmlformats.org/officeDocument/2006/relationships/slide" Target="/ppt/slides/slide11.xml" Id="R53623f268ac946ba" /><Relationship Type="http://schemas.openxmlformats.org/officeDocument/2006/relationships/slide" Target="/ppt/slides/slide12.xml" Id="Ra0254753ba6e4a83" /><Relationship Type="http://schemas.openxmlformats.org/officeDocument/2006/relationships/slide" Target="/ppt/slides/slide13.xml" Id="Ra2a5328ad5b0477a" /><Relationship Type="http://schemas.openxmlformats.org/officeDocument/2006/relationships/slide" Target="/ppt/slides/slide14.xml" Id="R16e98f911d8249d1" /><Relationship Type="http://schemas.openxmlformats.org/officeDocument/2006/relationships/slide" Target="/ppt/slides/slide15.xml" Id="R58a5998c55b74ad9" /><Relationship Type="http://schemas.openxmlformats.org/officeDocument/2006/relationships/slide" Target="/ppt/slides/slide16.xml" Id="Rb44a6eb901984733" /><Relationship Type="http://schemas.openxmlformats.org/officeDocument/2006/relationships/slide" Target="/ppt/slides/slide17.xml" Id="R57b3a5d2e272478b" /><Relationship Type="http://schemas.openxmlformats.org/officeDocument/2006/relationships/slide" Target="/ppt/slides/slide18.xml" Id="Rc8f1105f681e4e24" /><Relationship Type="http://schemas.openxmlformats.org/officeDocument/2006/relationships/slide" Target="/ppt/slides/slide19.xml" Id="Rda017dc7519b4472" /><Relationship Type="http://schemas.openxmlformats.org/officeDocument/2006/relationships/slide" Target="/ppt/slides/slide20.xml" Id="Rff7fb4e44b384491" /><Relationship Type="http://schemas.openxmlformats.org/officeDocument/2006/relationships/slide" Target="/ppt/slides/slide21.xml" Id="Ree70edcc69d345ae" /><Relationship Type="http://schemas.openxmlformats.org/officeDocument/2006/relationships/slide" Target="/ppt/slides/slide22.xml" Id="Rd20bcaf3760441af" /><Relationship Type="http://schemas.openxmlformats.org/officeDocument/2006/relationships/slide" Target="/ppt/slides/slide23.xml" Id="R995ab88612a64f7c" /><Relationship Type="http://schemas.openxmlformats.org/officeDocument/2006/relationships/slide" Target="/ppt/slides/slide24.xml" Id="R909f1ec1538444ae" /><Relationship Type="http://schemas.openxmlformats.org/officeDocument/2006/relationships/slide" Target="/ppt/slides/slide25.xml" Id="Rbae332b82dc04478" /><Relationship Type="http://schemas.openxmlformats.org/officeDocument/2006/relationships/slide" Target="/ppt/slides/slide26.xml" Id="R7ea0c18cee7c483f" /><Relationship Type="http://schemas.openxmlformats.org/officeDocument/2006/relationships/slide" Target="/ppt/slides/slide27.xml" Id="R9bffddc36ae74006" /><Relationship Type="http://schemas.openxmlformats.org/officeDocument/2006/relationships/slide" Target="/ppt/slides/slide28.xml" Id="R53f607d0811b44ec" /><Relationship Type="http://schemas.openxmlformats.org/officeDocument/2006/relationships/slide" Target="/ppt/slides/slide29.xml" Id="R7a81447844d24715" /><Relationship Type="http://schemas.openxmlformats.org/officeDocument/2006/relationships/slide" Target="/ppt/slides/slide30.xml" Id="R1b6ff71a6e8b4ae6" /><Relationship Type="http://schemas.openxmlformats.org/officeDocument/2006/relationships/slide" Target="/ppt/slides/slide31.xml" Id="R5ea677922dd24dbc" /><Relationship Type="http://schemas.openxmlformats.org/officeDocument/2006/relationships/slide" Target="/ppt/slides/slide32.xml" Id="R0238a466fc3547ca" /><Relationship Type="http://schemas.openxmlformats.org/officeDocument/2006/relationships/slide" Target="/ppt/slides/slide33.xml" Id="Rb67da5b13ccf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f004b1f7d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6c15b6ff84689" /><Relationship Type="http://schemas.openxmlformats.org/officeDocument/2006/relationships/notesMaster" Target="/ppt/notesMasters/notesMaster1.xml" Id="Rd45451101f3a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32d0564cf04784" /><Relationship Type="http://schemas.openxmlformats.org/officeDocument/2006/relationships/notesMaster" Target="/ppt/notesMasters/notesMaster1.xml" Id="R956a65fd33ba4c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6b2a4086f4d48" /><Relationship Type="http://schemas.openxmlformats.org/officeDocument/2006/relationships/notesMaster" Target="/ppt/notesMasters/notesMaster1.xml" Id="R67433b50e166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32e4adc21440b" /><Relationship Type="http://schemas.openxmlformats.org/officeDocument/2006/relationships/notesMaster" Target="/ppt/notesMasters/notesMaster1.xml" Id="R0bcda78344f54f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b4b2aaee4e44f4" /><Relationship Type="http://schemas.openxmlformats.org/officeDocument/2006/relationships/notesMaster" Target="/ppt/notesMasters/notesMaster1.xml" Id="Rd50acfab38804f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a48d6e2302420c" /><Relationship Type="http://schemas.openxmlformats.org/officeDocument/2006/relationships/notesMaster" Target="/ppt/notesMasters/notesMaster1.xml" Id="R050b6d5f716e4f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8365099e504541" /><Relationship Type="http://schemas.openxmlformats.org/officeDocument/2006/relationships/notesMaster" Target="/ppt/notesMasters/notesMaster1.xml" Id="R87f06bccbbc545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9003718194351" /><Relationship Type="http://schemas.openxmlformats.org/officeDocument/2006/relationships/notesMaster" Target="/ppt/notesMasters/notesMaster1.xml" Id="R87f8765189f040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2671dfd6e54b34" /><Relationship Type="http://schemas.openxmlformats.org/officeDocument/2006/relationships/notesMaster" Target="/ppt/notesMasters/notesMaster1.xml" Id="Rf9b9483fa9d045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34c767bd70410c" /><Relationship Type="http://schemas.openxmlformats.org/officeDocument/2006/relationships/notesMaster" Target="/ppt/notesMasters/notesMaster1.xml" Id="Ra8e129fd31f146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7b695766474977" /><Relationship Type="http://schemas.openxmlformats.org/officeDocument/2006/relationships/notesMaster" Target="/ppt/notesMasters/notesMaster1.xml" Id="R94757dbc048647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acb6b9fe864aec" /><Relationship Type="http://schemas.openxmlformats.org/officeDocument/2006/relationships/notesMaster" Target="/ppt/notesMasters/notesMaster1.xml" Id="Rbb677758448c40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32cb3bb473418f" /><Relationship Type="http://schemas.openxmlformats.org/officeDocument/2006/relationships/notesMaster" Target="/ppt/notesMasters/notesMaster1.xml" Id="R954c9818926f4c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4b90b658cc4ede" /><Relationship Type="http://schemas.openxmlformats.org/officeDocument/2006/relationships/notesMaster" Target="/ppt/notesMasters/notesMaster1.xml" Id="R4f0a8d84054e4f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8e1a74bdaa4e47" /><Relationship Type="http://schemas.openxmlformats.org/officeDocument/2006/relationships/notesMaster" Target="/ppt/notesMasters/notesMaster1.xml" Id="R476f900402b746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061449ba5a4c5d" /><Relationship Type="http://schemas.openxmlformats.org/officeDocument/2006/relationships/notesMaster" Target="/ppt/notesMasters/notesMaster1.xml" Id="Rd1389d63800540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112bf5a1a04aa1" /><Relationship Type="http://schemas.openxmlformats.org/officeDocument/2006/relationships/notesMaster" Target="/ppt/notesMasters/notesMaster1.xml" Id="Rfe4fd29eea0046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c9f86e43704823" /><Relationship Type="http://schemas.openxmlformats.org/officeDocument/2006/relationships/notesMaster" Target="/ppt/notesMasters/notesMaster1.xml" Id="Rb27b75c556024e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0e7f1be77b4b99" /><Relationship Type="http://schemas.openxmlformats.org/officeDocument/2006/relationships/notesMaster" Target="/ppt/notesMasters/notesMaster1.xml" Id="Re20eebd73eb941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b14b97c12b4a11" /><Relationship Type="http://schemas.openxmlformats.org/officeDocument/2006/relationships/notesMaster" Target="/ppt/notesMasters/notesMaster1.xml" Id="Rd8461329c75642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a84c8790a84023" /><Relationship Type="http://schemas.openxmlformats.org/officeDocument/2006/relationships/notesMaster" Target="/ppt/notesMasters/notesMaster1.xml" Id="Rdc2c5fc13f5c49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293c86bd894c10" /><Relationship Type="http://schemas.openxmlformats.org/officeDocument/2006/relationships/notesMaster" Target="/ppt/notesMasters/notesMaster1.xml" Id="Re1f77f49d49747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c867d94e4040e3" /><Relationship Type="http://schemas.openxmlformats.org/officeDocument/2006/relationships/notesMaster" Target="/ppt/notesMasters/notesMaster1.xml" Id="R01a1f9c49f8c49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78d78683c34b16" /><Relationship Type="http://schemas.openxmlformats.org/officeDocument/2006/relationships/notesMaster" Target="/ppt/notesMasters/notesMaster1.xml" Id="Rf31f2a84110e470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77dae443744744" /><Relationship Type="http://schemas.openxmlformats.org/officeDocument/2006/relationships/notesMaster" Target="/ppt/notesMasters/notesMaster1.xml" Id="Rb2fb1e0d6d6849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b912b7702d4343" /><Relationship Type="http://schemas.openxmlformats.org/officeDocument/2006/relationships/notesMaster" Target="/ppt/notesMasters/notesMaster1.xml" Id="R67ced7244fd442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8dbbf64bf3407b" /><Relationship Type="http://schemas.openxmlformats.org/officeDocument/2006/relationships/notesMaster" Target="/ppt/notesMasters/notesMaster1.xml" Id="R5052dcd1ced648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2b04216568d4de5" /><Relationship Type="http://schemas.openxmlformats.org/officeDocument/2006/relationships/notesMaster" Target="/ppt/notesMasters/notesMaster1.xml" Id="R18f8aec9d4134d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04701bc55e48cc" /><Relationship Type="http://schemas.openxmlformats.org/officeDocument/2006/relationships/notesMaster" Target="/ppt/notesMasters/notesMaster1.xml" Id="R8fdd3f74b4d048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f96fc5aeda14955" /><Relationship Type="http://schemas.openxmlformats.org/officeDocument/2006/relationships/notesMaster" Target="/ppt/notesMasters/notesMaster1.xml" Id="R80c3826ad3494b1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978b95693204f1d" /><Relationship Type="http://schemas.openxmlformats.org/officeDocument/2006/relationships/notesMaster" Target="/ppt/notesMasters/notesMaster1.xml" Id="R405f6fca297543b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371843e887c42f9" /><Relationship Type="http://schemas.openxmlformats.org/officeDocument/2006/relationships/notesMaster" Target="/ppt/notesMasters/notesMaster1.xml" Id="R37d14c966727468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ce496753ab24e85" /><Relationship Type="http://schemas.openxmlformats.org/officeDocument/2006/relationships/notesMaster" Target="/ppt/notesMasters/notesMaster1.xml" Id="R7f329ab4d4874a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Tailscale은 안전 기능이나 실시간 제어기가 아니라 네트워크 경로다.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진단 순서를 덱 전체의 축으로 삼는다.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OSI 전체보다 실제 진단에 필요한 층을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Tailscale IP와 로봇 사설 IP를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주소 계획은 현장 네트워크 담당과 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RAPID과 Python 어느 쪽도 역할에 따라 client/server가 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패킷 세부보다 수명주기를 먼저 이해한다.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프레이밍이 필요한 이유를 시각적으로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TCP의 정상 동작이지 오류가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교육 프로젝트는 CRLF와 NDJSON을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https://www.rfc-editor.org/info/rfc8259/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코드 프로젝트의 protocol.py와 대응한다.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네트워크는 성공했지만 응답만 손실될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재시도와 중복 실행 위험을 함께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Python asyncio 코드로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heartbeat 폭주와 false positive를 피한다.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https://developercenter.robotstudio.com/api/egm/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UDP가 무조건 빠르거나 실시간이라는 뜻은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https://www.rfc-editor.org/info/rfc9112/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TCP와 HTTP를 경쟁 기술처럼 설명하지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https://www.rfc-editor.org/info/rfc9112/</a:t>
            </a:r>
          </a:p>
          <a:p xmlns:a="http://schemas.openxmlformats.org/drawingml/2006/main">
            <a:r>
              <a:t>- https://www.rfc-editor.org/info/rfc8259/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본문만 보지 말고 전체 envelope를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GET으로 상태를 바꾸지 않는 의미 규칙을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REST라는 이름보다 일관된 계약이 중요하다.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https://www.rfc-editor.org/info/rfc6455/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RWS 이벤트 스트림의 버전별 방식을 문서로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실습 인증서와 운영 인증서를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https://developercenter.robotstudio.com/api/rwsApi/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서로 다른 세대의 예제를 섞지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>- https://developercenter.robotstudio.com/api/rwsApi/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쓰기 작업은 권한·mastership·모드를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컨트롤러 쓰기는 기본 비활성화한다.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>- https://www.wireguard.com/protocol/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VPN의 범위를 명확히 제한한다.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SNAT 기본 동작과 현장 라우팅 정책을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https://tailscale.com/docs/features/magicdns</a:t>
            </a:r>
          </a:p>
          <a:p xmlns:a="http://schemas.openxmlformats.org/drawingml/2006/main">
            <a:r>
              <a:t>- https://tailscale.com/docs/features/tailscale-serve/https-certificates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DNS 성공과 route 성공을 따로 진단한다.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https://tailscale.com/docs/features/access-control/grants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예제 grant 파일은 03_Code/tailscale에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각 단계에서 한 가지 증거를 수집한다.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ping 결과를 과대해석하지 않는지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split/merge 사례를 말하게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다음 덱에서 관측 가능한 서버 구현으로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b076700f445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f8f8764a4484b" /><Relationship Type="http://schemas.openxmlformats.org/officeDocument/2006/relationships/slideLayout" Target="/ppt/slideLayouts/slideLayout1.xml" Id="R02ad1f0693d4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d1f0693d4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6d299d60442fb" /><Relationship Type="http://schemas.openxmlformats.org/officeDocument/2006/relationships/image" Target="/ppt/media/image.png" Id="R377be66d056e477d" /><Relationship Type="http://schemas.openxmlformats.org/officeDocument/2006/relationships/notesSlide" Target="/ppt/notesSlides/notesSlide1.xml" Id="R2297bd3cacd0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3d4e2b144b0b" /><Relationship Type="http://schemas.openxmlformats.org/officeDocument/2006/relationships/notesSlide" Target="/ppt/notesSlides/notesSlide2.xml" Id="Rd766bda5fa29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ae2f3091a4678" /><Relationship Type="http://schemas.openxmlformats.org/officeDocument/2006/relationships/notesSlide" Target="/ppt/notesSlides/notesSlide3.xml" Id="R9417404f69494a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a104fc504cfa" /><Relationship Type="http://schemas.openxmlformats.org/officeDocument/2006/relationships/notesSlide" Target="/ppt/notesSlides/notesSlide4.xml" Id="Rab5a9e6fcc3d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2b68d74af41bf" /><Relationship Type="http://schemas.openxmlformats.org/officeDocument/2006/relationships/notesSlide" Target="/ppt/notesSlides/notesSlide5.xml" Id="R13b248e8203548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5fdf4a4494c66" /><Relationship Type="http://schemas.openxmlformats.org/officeDocument/2006/relationships/notesSlide" Target="/ppt/notesSlides/notesSlide6.xml" Id="Rdb9a7850557444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41d85ea0a4741" /><Relationship Type="http://schemas.openxmlformats.org/officeDocument/2006/relationships/notesSlide" Target="/ppt/notesSlides/notesSlide7.xml" Id="Rbd329e634eee42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4ee527d724770" /><Relationship Type="http://schemas.openxmlformats.org/officeDocument/2006/relationships/image" Target="/ppt/media/image2.png" Id="Rb7bd48bcadae4268" /><Relationship Type="http://schemas.openxmlformats.org/officeDocument/2006/relationships/notesSlide" Target="/ppt/notesSlides/notesSlide8.xml" Id="R01f1a361aee447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5c63c2e3547c9" /><Relationship Type="http://schemas.openxmlformats.org/officeDocument/2006/relationships/notesSlide" Target="/ppt/notesSlides/notesSlide9.xml" Id="R8b9fd9c27bfb4d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b0f670ae94309" /><Relationship Type="http://schemas.openxmlformats.org/officeDocument/2006/relationships/notesSlide" Target="/ppt/notesSlides/notesSlide10.xml" Id="Raaa911c86e4943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ed96d7b704941" /><Relationship Type="http://schemas.openxmlformats.org/officeDocument/2006/relationships/notesSlide" Target="/ppt/notesSlides/notesSlide11.xml" Id="R734efdf18be54b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91d830f7e4dc9" /><Relationship Type="http://schemas.openxmlformats.org/officeDocument/2006/relationships/notesSlide" Target="/ppt/notesSlides/notesSlide12.xml" Id="Rd679e686994f46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2867dcdf24888" /><Relationship Type="http://schemas.openxmlformats.org/officeDocument/2006/relationships/notesSlide" Target="/ppt/notesSlides/notesSlide13.xml" Id="R0b76b2e9d78744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f8d775247452d" /><Relationship Type="http://schemas.openxmlformats.org/officeDocument/2006/relationships/notesSlide" Target="/ppt/notesSlides/notesSlide14.xml" Id="R95c58af17edf4c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b5f954c8431b" /><Relationship Type="http://schemas.openxmlformats.org/officeDocument/2006/relationships/notesSlide" Target="/ppt/notesSlides/notesSlide15.xml" Id="Rb4a2e688d8ed40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1c44aef35412b" /><Relationship Type="http://schemas.openxmlformats.org/officeDocument/2006/relationships/notesSlide" Target="/ppt/notesSlides/notesSlide16.xml" Id="R3fdcd489425d42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b895c027e4333" /><Relationship Type="http://schemas.openxmlformats.org/officeDocument/2006/relationships/notesSlide" Target="/ppt/notesSlides/notesSlide17.xml" Id="Rdd7526e85f364c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2c05646bd410f" /><Relationship Type="http://schemas.openxmlformats.org/officeDocument/2006/relationships/notesSlide" Target="/ppt/notesSlides/notesSlide18.xml" Id="R8789e2ea73234d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4564c45024a94" /><Relationship Type="http://schemas.openxmlformats.org/officeDocument/2006/relationships/notesSlide" Target="/ppt/notesSlides/notesSlide19.xml" Id="R21c3618349664a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f2cc6dfcb450a" /><Relationship Type="http://schemas.openxmlformats.org/officeDocument/2006/relationships/notesSlide" Target="/ppt/notesSlides/notesSlide20.xml" Id="Rf26d262452b648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e39a543e34de8" /><Relationship Type="http://schemas.openxmlformats.org/officeDocument/2006/relationships/notesSlide" Target="/ppt/notesSlides/notesSlide21.xml" Id="Rf3cbf24c0bf24f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20aee07846c1" /><Relationship Type="http://schemas.openxmlformats.org/officeDocument/2006/relationships/notesSlide" Target="/ppt/notesSlides/notesSlide22.xml" Id="Rf4512e2ffda24c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fa1f01d844928" /><Relationship Type="http://schemas.openxmlformats.org/officeDocument/2006/relationships/notesSlide" Target="/ppt/notesSlides/notesSlide23.xml" Id="R5eb6bb4d7bba48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84779732f45b1" /><Relationship Type="http://schemas.openxmlformats.org/officeDocument/2006/relationships/notesSlide" Target="/ppt/notesSlides/notesSlide24.xml" Id="R44ccef9604db41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0fa4e11a040e2" /><Relationship Type="http://schemas.openxmlformats.org/officeDocument/2006/relationships/notesSlide" Target="/ppt/notesSlides/notesSlide25.xml" Id="R141f4afd398b48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181377e7b49f2" /><Relationship Type="http://schemas.openxmlformats.org/officeDocument/2006/relationships/notesSlide" Target="/ppt/notesSlides/notesSlide26.xml" Id="Rf9e42aa3f60e4c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ce1cb709f4a57" /><Relationship Type="http://schemas.openxmlformats.org/officeDocument/2006/relationships/notesSlide" Target="/ppt/notesSlides/notesSlide27.xml" Id="R3ad1553cd036429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177a6bd74e17" /><Relationship Type="http://schemas.openxmlformats.org/officeDocument/2006/relationships/notesSlide" Target="/ppt/notesSlides/notesSlide28.xml" Id="R329607646cdd4c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4d9ce1ba4704" /><Relationship Type="http://schemas.openxmlformats.org/officeDocument/2006/relationships/notesSlide" Target="/ppt/notesSlides/notesSlide29.xml" Id="R01d4d9c2f44841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77e4b2bc04cbe" /><Relationship Type="http://schemas.openxmlformats.org/officeDocument/2006/relationships/notesSlide" Target="/ppt/notesSlides/notesSlide30.xml" Id="Re6246fee4da5422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73396801f43f6" /><Relationship Type="http://schemas.openxmlformats.org/officeDocument/2006/relationships/notesSlide" Target="/ppt/notesSlides/notesSlide31.xml" Id="R591e30e5085843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fbe2e51eb4c32" /><Relationship Type="http://schemas.openxmlformats.org/officeDocument/2006/relationships/notesSlide" Target="/ppt/notesSlides/notesSlide32.xml" Id="Ra6e0bb79a5ae45f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0d5ebab684fc5" /><Relationship Type="http://schemas.openxmlformats.org/officeDocument/2006/relationships/notesSlide" Target="/ppt/notesSlides/notesSlide33.xml" Id="R3f2b029ccf7d46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be66d056e477d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F6151-6740-4B89-A793-E717308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C0F36-DAFE-45E6-956C-7E4A5F05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NETWORKING · PRIVATE CONNECTIVITY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61E12-0668-4B0B-AB8A-04C1F70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911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 · HTTP</a:t>
            </a:r>
          </a:p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Tailscale 기초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B111D-84C5-45A0-BE8F-BC97C572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노트북, Python 서버, ABB 컨트롤러가</a:t>
            </a:r>
          </a:p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어떻게 연결되고 무엇을 주고받는가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24BA9-3021-4DA5-BA7A-25E7AE98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F9114-8633-4708-8FB3-644B4F8E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입문→실습→통합 · 2026</a:t>
            </a:r>
          </a:p>
        </p:txBody>
      </p:sp>
    </p:spTree>
    <p:extLst>
      <p:ext uri="{BB962C8B-B14F-4D97-AF65-F5344CB8AC3E}">
        <p14:creationId xmlns:p14="http://schemas.microsoft.com/office/powerpoint/2010/main" val="1429945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64B27-8F18-4D75-A413-51929292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D0C29-0D78-419E-8A75-E81797A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네트워크는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계층별 약속의 합이다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A7D9E-43F0-40AA-8FE7-F775E138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주소가 맞아도 포트, TLS, 인증, 프레임, 애플리케이션 상태가 하나씩 더 맞아야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8FAD3-741E-47FD-98D9-2EB69C8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A1142-FAF0-427D-8C24-0F292467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문제는 아래 계층부터 위로 좁힌다.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34A15-5850-4C8C-B4AC-219FB887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4656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55298-613F-45E6-B0C1-CE717B1A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48149-21FF-4EDD-AE3C-0B408263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통신 계층 한눈에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CD962-E324-4F5A-BFDF-F34993DF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4BDBE-DAEC-4C8B-974F-8B221423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FDDD9-887A-4930-A0B3-0492FA44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E609D-92A8-4AA9-9656-F1AE0373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F1463-3CF3-41F9-9A5B-FBC37A6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1459E-383C-4228-AB68-94C22312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8FC2F-7EB4-4407-BB1A-703CB77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Link/IP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주소·라우팅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787DF-F3E6-4F2E-9852-0B0C5D9A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TCP/UDP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전송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2B376-1D07-4618-B23A-0D99A257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TLS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암호·인증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1F0B9-7C85-4CA7-97DF-423A8B29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HTTP/Frame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메시지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44904-E949-4017-9BAE-9B92C6D7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App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명령·상태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DC3C-5A54-4995-AA02-0E266838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각 계층은 아래 계층이 제공하는 기능 위에 올라간다.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A51E-4A99-4F9F-A011-E1D86EC5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ping 성공은 애플리케이션 성공을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26035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D8706-1476-4725-B2C9-950912D8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7E7FD-2942-4BEC-BA77-D7EAB9B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IP 주소와 포트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74864-6707-47E6-9491-316420EE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DC113-9456-415E-B98E-1209756F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855B1-8117-4FFC-83DD-0DACFFA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IP:PORT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E2B22-D48E-41E0-A913-D4EA7CC4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주소는 장치를, 포트는 장치 안의 서비스를 찾는다.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D7532-5027-4C94-8AF5-E6404C8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7DC6D-3668-4913-BA07-319BE339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예: 100.64.x.x:8000은 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같은 IP에서도 8000과 9100은 다른 listener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서버는 bind, 클라이언트는 connect</a:t>
            </a:r>
          </a:p>
        </p:txBody>
      </p:sp>
    </p:spTree>
    <p:extLst>
      <p:ext uri="{BB962C8B-B14F-4D97-AF65-F5344CB8AC3E}">
        <p14:creationId xmlns:p14="http://schemas.microsoft.com/office/powerpoint/2010/main" val="585074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CC5A5-C6ED-4AB7-BAA2-6AC584A9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DBC68-6FF0-4B81-8599-8DE502AF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서브넷과 CIDR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2976-7928-4081-8E1F-EB5786E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F43D6-D1A1-415D-B1D3-77E0CAF1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9AE51-AD14-4FFB-9DDD-DD81B6EE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/24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5F4BF-7EBB-4A5D-A521-4EA93ED8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어떤 주소가 같은 네트워크에 있는지 표현한다.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4C4D3-0B1C-4DAC-9828-46BD704E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5D257-2AA0-473B-B699-49D64AE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192.168.10.0/24는 일반적인 사설망 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기본 게이트웨이는 다른 네트워크로 전달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중복 서브넷은 라우팅 혼선을 만듦</a:t>
            </a:r>
          </a:p>
        </p:txBody>
      </p:sp>
    </p:spTree>
    <p:extLst>
      <p:ext uri="{BB962C8B-B14F-4D97-AF65-F5344CB8AC3E}">
        <p14:creationId xmlns:p14="http://schemas.microsoft.com/office/powerpoint/2010/main" val="1493517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9670E-D3FE-48DE-AE16-6DB9ADAD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A560C-E68F-49C4-AB3D-B02CC450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클라이언트와 서버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05860-8DE9-4529-9C09-A1D0AFDF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F51EB-BF0F-4024-9401-8C44861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83469-D1CD-4618-BBF5-E400DD78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E890B-AA42-4507-915B-9DECD57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DD5E-22EA-40A0-9F80-0A2EB3DB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2398B-4824-4298-A4B0-84038074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주소와 포트에 bind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listen 후 연결 수락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여러 연결의 수명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B1D08-F7C4-49AB-BC45-884A4E5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대상 주소로 connect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요청·응답 규칙을 따름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끊김·재연결 정책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2F52F-0BF2-4782-8E25-E0D7E2D0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1810074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0F6EE-3088-43F6-B30C-71DB6AF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2D25C-660D-4F5C-95DB-742F239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 연결의 큰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1CA3E-942C-4F27-B7C5-6130E64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2E82B-B59A-43A9-BF08-33DF057A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C34F2-D3FE-452F-B53F-51F4732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1E78A-8845-4B89-B4F0-FA2C9AC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AB2E-3298-46A7-9AC8-8CB5FC1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SYN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ED300-E3B8-4EBC-875E-6DB4F16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연결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F3373-A25A-4B12-B568-7E5D5732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초기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ADDCF-3058-4856-A908-814AB87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A4C5C-E197-47A7-9FC2-5246D23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SYN-ACK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9C010-CEAF-4DA7-8902-21AE0355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수락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51AC4-081E-4252-9FB2-ECB63553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양방향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8BB37-95DE-4BB2-AD83-78453CE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60778-CB42-4FF9-9CCB-8E21142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196A3-674E-4302-8202-F71861BD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연결 성립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1A54A-5567-4F45-9744-1C9F4248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데이터 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C8936-B221-4F9D-ABEE-9B0E7712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B5B0A-6A82-4CEE-B068-21BC520C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FIN/RST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4F26-0ACC-4156-A740-01326F8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종료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C6F5B-9682-4FCF-BD02-8FDE85D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정상/강제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AED3C-7FE4-48C6-96C8-EEC0B448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애플리케이션은 연결 이후에도 timeout과 EOF를 처리해야 한다.</a:t>
            </a:r>
          </a:p>
        </p:txBody>
      </p:sp>
    </p:spTree>
    <p:extLst>
      <p:ext uri="{BB962C8B-B14F-4D97-AF65-F5344CB8AC3E}">
        <p14:creationId xmlns:p14="http://schemas.microsoft.com/office/powerpoint/2010/main" val="239974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31CF4-04C5-4EF6-B14F-F13DA50A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AA407-2A5D-49D8-B584-15A838C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TCP는 메시지가 아니라 byte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19B4C-689B-4E2A-B861-EE784DE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A61CB-5E29-4B37-A40D-09E4329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d48bcadae4268"/>
          <a:srcRect xmlns:a="http://schemas.openxmlformats.org/drawingml/2006/main" l="5027" t="0" r="5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81150"/>
            <a:ext cx="66675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742E5-3096-4665-A780-BBD1124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신뢰성은 주지만</a:t>
            </a:r>
          </a:p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경계는 주지 않는다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B0C92-388D-496E-8629-57057E7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순서대로 바이트 전달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손실 시 재전송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send 한 번 = recv 한 번이 아님</a:t>
            </a:r>
          </a:p>
        </p:txBody>
      </p:sp>
    </p:spTree>
    <p:extLst>
      <p:ext uri="{BB962C8B-B14F-4D97-AF65-F5344CB8AC3E}">
        <p14:creationId xmlns:p14="http://schemas.microsoft.com/office/powerpoint/2010/main" val="307160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411A1-915E-4CDE-AEF5-7863B90D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7F426-41D5-4B1F-883E-9BC1012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왜 프레이밍이 필요한가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46937-D77E-4668-AB36-8FF3275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22FA0-DBB5-49F3-8436-2BF08FB1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0EE87-DA2B-4193-B03A-FA69996A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send:  PING|A\r\n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recv1: PI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recv2: NG|A\r\nSTATUS|B\r\n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=&gt; buffer에 누적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=&gt; \r\n 단위로 하나씩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8882C-9A8D-45D6-AD6E-F6A290A2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02E0B-4C7B-40F6-96D6-04C647A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한 프레임이 여러 recv로 쪼개짐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여러 프레임이 한 recv에 합쳐짐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부분 데이터는 buffer에 보존</a:t>
            </a:r>
          </a:p>
        </p:txBody>
      </p:sp>
    </p:spTree>
    <p:extLst>
      <p:ext uri="{BB962C8B-B14F-4D97-AF65-F5344CB8AC3E}">
        <p14:creationId xmlns:p14="http://schemas.microsoft.com/office/powerpoint/2010/main" val="725436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D6F93-AEEE-486A-B014-66FABA8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B0FF5-584B-415A-860A-E3F578A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프레임 경계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74A1A-9E53-4F60-9D24-2DAA1F03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B6036-266A-435D-AFAD-ABE8465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25BB5-56EA-45D4-A656-B47364E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0B531-3958-4156-A38B-202F350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27133-2F9D-40C0-8FF0-91F32D0D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길이 접두어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C401F-532B-4769-A7C5-F0F92E2D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CRLF·newline처럼 단순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텍스트 디버깅 쉬움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본문에 구분자 제한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0D5E-33AC-423C-84DA-F0CC37E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먼저 길이를 전송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바이너리·임의 본문에 적합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최대 길이 검증 필수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DBCD2-69C3-48EB-9B76-4521FEBF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1552158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4CB6-0F3C-46B6-99CD-5B389B75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B9468-691D-4DED-A263-532C430F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교육용 RAPID 프레임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DFB74-723F-4C21-954D-939E224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07915-392F-4ECC-A2C9-C3A6F176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1CDD5-DE69-4194-9155-6EB57DD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PING|cmd-0001\r\n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STATUS|cmd-0002\r\n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SET_DO|cmd-0003|doGrip|1\r\n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OK|cmd-0001|completed|{...}\r\n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BB93F-299D-403A-9C71-7B869B5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D5892-FA97-483D-8DE5-E06D00CE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첫 필드는 명령 종류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두 번째는 command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응답은 결과·상태·JSON 세부값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ED1B-AC92-445B-B74D-A77EE36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최대 8 KiB와 UTF-8/ASCII 규칙을 서버에서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865706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276B8-5935-45D9-A2F7-23D344E4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DF8B-AF15-408C-8C27-B9C6CECA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Command ID가 필요한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BA93C-6E72-491A-A229-B7DF056F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05376-D38E-4480-88EF-48872722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E4D55-8A68-46A9-913E-07ED1C8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4A608-D312-417E-90D0-4ACD6D0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끊김 뒤 재전송되어도 같은 명령인지 구분한다.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B427E-00EA-4F06-986B-D6A2502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C72E6-E69F-47FF-A35D-3254D95C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로그·응답을 하나의 작업으로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중복 요청을 idempotent하게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사용자가 기다리는 결과를 정확히 매칭</a:t>
            </a:r>
          </a:p>
        </p:txBody>
      </p:sp>
    </p:spTree>
    <p:extLst>
      <p:ext uri="{BB962C8B-B14F-4D97-AF65-F5344CB8AC3E}">
        <p14:creationId xmlns:p14="http://schemas.microsoft.com/office/powerpoint/2010/main" val="2622559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10B1E-0939-4EEF-9F72-1ABFEAF6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B570-F0FD-44DD-8F08-43573FEE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Timeout은 실패 정의다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12160-8C54-496F-8653-B48D123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D44E1-635C-49CF-BE16-9E8E3605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7FA63-CA6B-45AF-A3FC-D72DC0E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E4A2-511A-4759-B262-4B3439E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영원히 기다리면 시스템은 멈춘 상태와 구분되지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D0205-B608-4761-BA1D-128D8526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F3AB4-A591-4DF4-96F3-95C8AB0A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connect timeout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read/write timeout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작업 완료 deadline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4D21-FB30-4831-B261-09638097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timeout 뒤 즉시 반복하기 전에 상대가 실제로 실행했는지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0175978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02713-1C66-4134-88D2-C68450C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5163F-B76F-4D19-93B7-025B94E0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연결 수명주기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F62BF-AF8C-4F9C-8B6F-BAD091E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3C9EF-8D36-4C92-8D2C-9E81D34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0155F-5B39-496B-A520-56ED2C1F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5B467-B61D-405E-85D7-BFC85CFA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3883B-7E58-490B-BF0B-EA8BD02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FDD51-5141-4C84-8FF3-145BF58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F48CA-FBD0-4B57-A00B-08520741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Create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socket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E74F2-F2BF-4821-AEAB-BFAB8F13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Connect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deadline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D74E5-17AB-40D7-B50E-AF7336B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Exchange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frame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63531-837D-452A-A6E1-8C3D01D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EOF/Error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분류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AF616-71FB-4FD6-BD57-C512A99A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Close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90177-55E5-47E3-9442-3DE8C6D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정상 종료, timeout, protocol error를 서로 다른 사건으로 기록한다.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DAD0B-5C21-4DA6-87F4-F0F0C2F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finally에서 writer.close와 wait_closed를 수행한다.</a:t>
            </a:r>
          </a:p>
        </p:txBody>
      </p:sp>
    </p:spTree>
    <p:extLst>
      <p:ext uri="{BB962C8B-B14F-4D97-AF65-F5344CB8AC3E}">
        <p14:creationId xmlns:p14="http://schemas.microsoft.com/office/powerpoint/2010/main" val="3004378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325EA-9DE4-4F64-AE5A-CDA3007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B0324-6EAA-4084-A828-5D99628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Heartbeat와 keepalive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A8389-75D5-443E-9ACC-911A3A38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239B5-FEEA-497C-961B-486631CA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CBEBA-0C12-41D3-AF12-2A84B53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47960-AB76-44C4-B5DF-C708774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둘은 비슷해 보여도 확인하는 층이 다르다.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43FF4-8A51-4B97-9973-F3277C63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BE90B-E4EE-4C18-AD2E-62C426C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TCP keepalive: 전송 계층 연결 상태 보조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Heartbeat: 애플리케이션이 실제 응답하는지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주기·허용 누락·복구 행동을 계약</a:t>
            </a:r>
          </a:p>
        </p:txBody>
      </p:sp>
    </p:spTree>
    <p:extLst>
      <p:ext uri="{BB962C8B-B14F-4D97-AF65-F5344CB8AC3E}">
        <p14:creationId xmlns:p14="http://schemas.microsoft.com/office/powerpoint/2010/main" val="1039647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4A8B8-5FE3-4E9D-B22B-37CD08BA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EC8D4-EC88-4373-9305-57204E4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TCP와 UDP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06513-8945-4009-8868-B66302FF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68641-76B2-40BE-BD06-DCB9D015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25B14-E1E2-4DEA-8ABE-C380AC9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D7E41-3C96-4419-9C7A-D16CFFE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80528-028F-42A1-974B-E01756D8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UDP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2475-35C3-4228-960A-3602FA1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신뢰·순서·스트림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연결과 혼잡 제어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명령·상태 API에 적합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85F3F-0C82-4898-B3CD-58BB95E2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메시지 단위 datagram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손실·순서 처리는 상위 계층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낮은 지연·주기 데이터에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1731A-3035-49C1-9205-ADDDF4FC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RWS/Socket 명령과 EGM의 목적을 구분한다.</a:t>
            </a:r>
          </a:p>
        </p:txBody>
      </p:sp>
    </p:spTree>
    <p:extLst>
      <p:ext uri="{BB962C8B-B14F-4D97-AF65-F5344CB8AC3E}">
        <p14:creationId xmlns:p14="http://schemas.microsoft.com/office/powerpoint/2010/main" val="20531450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2DB1C-3D43-4B3D-8977-C0BE2C5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63090-0779-46BF-AD42-3BAF623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HTTP는 TCP 위에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의미를 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672E6-6592-4DDC-BF1D-1083FB3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메서드, URI, 헤더, 상태 코드, 본문으로 요청과 결과를 표현한다.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F8D28-A3A6-47BF-9777-4F23BA7E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6D2F3-A02D-4212-9443-AB4000EF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HTTP/1.1 메시지 경계도 Content-Length 또는 chunked 규칙을 따른다.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750C4-E905-48C7-BACA-34530C8B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382092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704EF-B9EE-47A7-8F60-3B90DA92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E630-16C0-4D2A-A37F-FACBC323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 요청과 응답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4C05A-631F-437F-925E-205536E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2072E-3FA0-47E6-93B4-5FF57D2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7336A-0C95-460F-B137-3B50E32A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POST /v1/commands HTTP/1.1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Host: bridge:8000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Content-Length: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{"id":"cmd-1","type":"ping"}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HTTP/1.1 202 Accepted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AC1E0-85E4-484D-B7EA-57F80768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1C290-A817-46CF-B063-4785AE40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메서드+경로가 요청 의미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헤더가 표현과 길이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상태 코드가 결과 범주</a:t>
            </a:r>
          </a:p>
        </p:txBody>
      </p:sp>
    </p:spTree>
    <p:extLst>
      <p:ext uri="{BB962C8B-B14F-4D97-AF65-F5344CB8AC3E}">
        <p14:creationId xmlns:p14="http://schemas.microsoft.com/office/powerpoint/2010/main" val="6771208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F5D04-7B0B-4C3A-A35F-591B95B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A3B53-46F3-420D-B9E8-9B132B2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메서드와 상태 코드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27891-47A8-4F2F-AFBE-C5778AED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10A33-BCE4-4E3F-B88D-7E1E790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DA0FB-F5EA-43DC-9C05-12B3CA7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FA7ED-284E-422D-9824-9B1ED62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41D28-B31B-4AFB-9883-980B1EE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6884D-77CA-4CBD-815B-55EE2093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GET: 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POST: 제출·생성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PUT/PATCH/DELETE: 계약에 따라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09975-C84B-45B2-B452-D5608374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2xx: 성공/수락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4xx: 요청·권한 문제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5xx: 서버 처리 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ECFDD-F9EC-4B8E-962D-B04AD05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801171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CAAE1-BD37-4904-BA21-1DF63D73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53CC7-42AD-498C-B419-7FAC8144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REST는 리소스 중심 설계 스타일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69C17-8EDF-4C65-81B8-5832ABF4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D1087-84C5-473C-B0D1-146439C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FEE91-3776-4718-8A05-469EFF8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RESOURCE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3C38-E4D9-46B8-95AE-28CAB22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URL을 함수 이름처럼만 쓰지 않고 상태의 대상과 표현을 모델링한다.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A05EE-1BA3-4B76-AAC8-79FBC482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006B2-E6F2-428A-B0BD-B267082D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/v1/status는 상태 리소스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/v1/commands는 명령 제출 컬렉션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같은 오류 형식과 버전 정책</a:t>
            </a:r>
          </a:p>
        </p:txBody>
      </p:sp>
    </p:spTree>
    <p:extLst>
      <p:ext uri="{BB962C8B-B14F-4D97-AF65-F5344CB8AC3E}">
        <p14:creationId xmlns:p14="http://schemas.microsoft.com/office/powerpoint/2010/main" val="6911401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10850-4673-47B3-9811-74384FE4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42034-D780-41A6-86AA-82654F9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HTTP와 WebSocket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EC558-EE4F-49A3-8313-E4CEAF17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AE122-FF5F-4165-ADCC-39B47971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C4AA8-2E6F-4148-9138-4B7EF67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6C548-DD2B-497E-8FD6-88F83AA9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8B195-A91D-46A7-80D9-CE3A4EE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0CBC9-C7A1-4477-906E-5C145C3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요청마다 명확한 응답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도구·프록시·로그 친화적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상태 조회와 명령 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69F0B-D701-4E61-A809-0012F86A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연결 유지·양방향 메시지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상태 push에 유리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재연결·세션 복구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8E912-671F-44FF-9B67-69C2D9F5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9083720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8E027-3F6E-4C60-B62B-C55D06C7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B3BB7-2D98-46AF-BBD3-094A9D78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HTTPS와 TLS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BEBE2-6CEE-4F73-9252-36BACB96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A9A52-A722-4EE0-8CD2-EABC0DEB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E650D-C017-4F22-B480-BEA44E45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TLS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096C1-D9F7-4B43-A688-7539AAF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암호화뿐 아니라 서버 신원과 전송 무결성을 제공한다.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60CB-FB94-4C8C-9091-738251E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0638E-482E-48A3-A769-47D4A58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인증서의 이름·유효기간·신뢰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verify=false를 영구 해결책으로 사용 금지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TLS 1.3 최신 표준은 RFC 9846</a:t>
            </a:r>
          </a:p>
        </p:txBody>
      </p:sp>
    </p:spTree>
    <p:extLst>
      <p:ext uri="{BB962C8B-B14F-4D97-AF65-F5344CB8AC3E}">
        <p14:creationId xmlns:p14="http://schemas.microsoft.com/office/powerpoint/2010/main" val="12935684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B089A-7652-4F98-B25E-83AED2B4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02F84-0D6E-465B-95AF-8FD31E9B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1.x와 RWS 2.0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8FB34-2179-4013-A5CC-4178F5AB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FB219-BC27-4C52-8F2C-979F71E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08855-90B2-4578-9ECD-1A99032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EA8B8-A5F4-417C-A1D7-AFD83B4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1.x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C37A-7448-4DC8-ADC7-562A6564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RWS 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C60D-7CB3-4F7A-B797-F6FA9D9C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RW6 현장 예제가 많음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Digest·세션·?json=1 사례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구체 경로는 버전 문서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5D22C-6918-4C77-9501-2D4857F1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RW7/8 계열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HTTPS와 버전 미디어 타입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HAL 기반 응답 계약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CB495-9AF9-4133-991F-2ED5C9B3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클라이언트에 RobotWare/RWS 버전을 명시적으로 설정한다.</a:t>
            </a:r>
          </a:p>
        </p:txBody>
      </p:sp>
    </p:spTree>
    <p:extLst>
      <p:ext uri="{BB962C8B-B14F-4D97-AF65-F5344CB8AC3E}">
        <p14:creationId xmlns:p14="http://schemas.microsoft.com/office/powerpoint/2010/main" val="9530571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7D5A0-4250-4069-80B2-A6083995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803ED-63E6-42CE-9C63-C64B54C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RWS로 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C55BD-3B89-4593-A8BB-14E98F69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02FD9-8F21-447A-B01E-B0A0F090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78289-049B-40E5-87A9-4648CEC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0AEF3-BB96-40D1-BFF3-301D91B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4ADCD-B6D9-4308-9D7C-C07F73EF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27BF6-6A8C-4D7F-B107-F901A55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12542-D42D-4B29-B423-171CAD6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버전·상태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E7616-E62D-40B7-90C9-8AB795BB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태스크·심볼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4215F-5FC6-4382-A3DE-1828F14E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I/O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신호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ACAA5-3BC2-4E05-A7FB-B1CBF717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Files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파일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A9567-4C11-4D67-896C-A6134072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Events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변화 구독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82BF3-5EB0-4670-B06F-D50CA3DE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RWS는 감독·조회·명령을 위한 웹 인터페이스다.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3E092-20E5-4EFA-A98F-AD5543AD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고주기 결정론적 모션 스트리밍 용도가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4219779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7224D-F8D3-4675-AD2B-91ADCE83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C8D66-F60C-4366-9FBE-13041963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인증·권한·Mastership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F787D-5D52-4C27-9E96-2C42F8CB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A8AE9-8475-42A2-8E25-1C59442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5ADF2-A494-4A71-BA90-D84E751E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AUTHZ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A79AF-36FC-42FE-9B54-2260CEB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연결됐다는 사실과 변경 권한은 별개다.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5208-F392-48D6-B5D7-7374F7A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6BC7C-BFFE-41C2-93D2-635645AA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사용자 권한과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인증 세션·쿠키·토큰의 수명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RAPID/구성 변경 시 mastership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704C3-BE68-4C3C-8020-B92A5B0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최소 권한 계정과 읽기 전용 검증부터 시작한다.</a:t>
            </a:r>
          </a:p>
        </p:txBody>
      </p:sp>
    </p:spTree>
    <p:extLst>
      <p:ext uri="{BB962C8B-B14F-4D97-AF65-F5344CB8AC3E}">
        <p14:creationId xmlns:p14="http://schemas.microsoft.com/office/powerpoint/2010/main" val="20825881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F96F7-F374-4AB9-AF37-739B423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41666-3727-4B0B-B459-906B8AA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Tailscale은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사설 연결 경로다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FF32C-ABA4-4D34-A8F1-6B0F16AD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WireGuard 기반 암호화 오버레이로 노트북과 gateway를 private address로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18E2-A738-458C-B1E8-948CD9BE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B2426-5779-4B95-B210-75490B6B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 안전, 방화벽 정책, 애플리케이션 인증은 별도로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CB59F-8ADC-4D16-AA12-4435E15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645501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B0368-F953-4DD2-8F61-3A016EE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3D7B3-51E3-4C26-A75C-6C9AFA4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로봇에 Tailscale을 설치할 수 없을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F5985-E875-42B7-951D-9530250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D59C6-D023-4D01-AE1E-4BD8D94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2CE5-270C-423E-A0D9-C70D950B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0F2A-BC25-45BD-A00C-1F1250AB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780D1-0733-4FE5-80AD-D2FDC55E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4789D-8FD0-412D-94F2-40F5444E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Laptop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tailnet 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035C3-E581-45CD-A153-F2045781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Mesh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암호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B0FB8-4D75-46BA-9884-DB2F5CBE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Subnet Router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경로 광고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5589F-68EB-41F2-8FEB-A8CB791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 LAN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192.168.x.x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66D06-E9DF-428F-A117-B50289E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gateway가 로봇 사설 서브넷으로 패킷을 전달한다.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C222C-8B65-4637-801E-76C1F6A8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라우트 승인·방화벽·return path를 함께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693570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A6C5F-38A3-4F50-A548-4EA83D08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2ECDA-7045-4CFE-943A-AFB6D73F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MagicDNS와 이름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0F237-1C2C-4C83-B887-538A2971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2A296-F90F-40F4-A19A-5543640D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20538-6EB9-451D-B434-8E7DFF0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DNS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B9B92-97F0-4467-A541-77710EB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IP 대신 안정적인 노드 이름을 쓸 수 있게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D8594-1EBD-495F-B373-B9DBCCFD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7B631-0649-428F-85DD-0B5A3C8F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노드 이름과 search domain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로봇 LAN 장치는 별도 DNS 또는 IP일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인증서 이름과 접속 이름 일치 확인</a:t>
            </a:r>
          </a:p>
        </p:txBody>
      </p:sp>
    </p:spTree>
    <p:extLst>
      <p:ext uri="{BB962C8B-B14F-4D97-AF65-F5344CB8AC3E}">
        <p14:creationId xmlns:p14="http://schemas.microsoft.com/office/powerpoint/2010/main" val="4294120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B048A-FA53-4B4E-9D8E-FB6BE12C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AFBB-8E65-46E7-AE95-340DFF96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Grants로 최소 권한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48A70-9C62-4D7D-B2A9-97110135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0381A-DACA-4EB5-83B4-2126D1B9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BA2C1-6D38-43C0-9D58-CD7036C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ALLOW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F1828-3C39-4BB8-9C9B-01E02FD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누가 어느 노드의 어느 포트에 접근할지 선언한다.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E895A-85EE-4FA5-85B8-FA63075D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B1C5B-73D1-456B-BB99-A7F79C28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개발자 그룹 → bridge:8000/9100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gateway 관리 포트는 별도 제한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태그 소유권과 승인 절차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D5121-DDFA-480D-8DDB-12A46C8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0.0.0.0/0와 모든 포트 허용으로 시작하지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813813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A72B4-26FE-4DAB-8464-A4856A44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A6518-D0D4-44F1-946D-8A7E808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진단은 아래에서 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B7975-134E-4E1B-8CFE-546CE028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C6D82-179C-4423-B539-17DDDFC6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83336-B1E9-41A2-BA5F-845ED85E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DE3EF-1797-4D2B-ADF8-7F79F88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3E2C1-9D1A-481F-B2DA-F8FFF036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13132-B36A-432B-966B-6AD07C7B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5BA8A-E149-47E8-9C68-25FE6379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Power/Mode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장치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14F45-44CB-4FF3-BC62-DDC3074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IP/Route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도달성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2625A-D431-48A1-990B-9010DC2E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Port/TLS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서비스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0308F-3225-409A-BBC6-F676EF5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Frame/Auth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4028E-BB4B-4767-966D-6D9876BB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Command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49234-8152-4B59-BC83-2400981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증상을 한꺼번에 고치지 말고 첫 실패 계층의 증거를 기록한다.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A5BE2-1D3E-4A0C-AA7C-91703C6C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ping 성공은 frame·인증·명령 성공을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39133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1BD57-611F-42A7-9729-3B6B58A4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0FD83-8190-41D3-A8F7-DB174BD1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3E8F9-F4B4-48D7-A55A-945F2FB7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ping은 되지만 API가 안 될 때 다음으로 무엇을 확인해야 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DD1E4-6C36-4118-B524-C7CFD9DE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A919B-618C-49D7-9441-697C2F6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8DFD8-4B11-40DB-BA63-D772E58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9527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대상 port의 listener·방화벽·route, 그다음 TLS/인증과 HTTP 계약을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033893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C1A66-A583-4361-8EBC-9CFA7935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1E0BC-EFC1-4E3D-BEB0-C2BE668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604DD-ACEF-4F63-BDC0-8E41AB9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 send 한 번이 상대 recv 한 번과 같지 않은 이유는 무엇인가요?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478E3-F783-4591-81F5-25846C48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82A51-979C-4F19-A18F-EB831E65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A02BF-B048-4A8D-98F8-054F44C8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8658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TCP는 메시지가 아닌 연속 byte stream을 제공하므로 애플리케이션 프레이밍이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22337729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56A82-175D-4A6A-81D6-F3AE003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 · TCP·HTTP·Tailscale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8C0B3-4C5C-4B36-A217-CEEAB5B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연결 성공보다 중요한 것은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실패를 구분하는 능력이다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9C40E-907C-4869-8491-7D8038D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주소, 포트, TLS, 인증, 프레임, 명령 상태를 독립적으로 관찰한다.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D7857-734F-4814-8370-DB3926D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03E64-5759-4E80-902D-6EA94A3F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NEXT · Python 서버 구조와 RAPID 통합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E708D-0FBC-4C76-B7CF-E99A01E4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60853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2026-08-09T16:44:51.3240000Z</dcterms:created>
  <dcterms:modified xsi:type="dcterms:W3CDTF">2026-08-09T16:44:51.3240000Z</dcterms:modified>
</coreProperties>
</file>