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a79e9a2ab94dc4" /><Relationship Type="http://schemas.openxmlformats.org/officeDocument/2006/relationships/extended-properties" Target="/docProps/app.xml" Id="R3981dbdabbe840dd" /><Relationship Type="http://schemas.openxmlformats.org/officeDocument/2006/relationships/officeDocument" Target="/ppt/presentation.xml" Id="R0c5fe7955ebd46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7384c7ce9f4aa3"/>
  </p:sldMasterIdLst>
  <p:notesMasterIdLst>
    <p:notesMasterId xmlns:r="http://schemas.openxmlformats.org/officeDocument/2006/relationships" r:id="R7015b20f952f4411"/>
  </p:notesMasterIdLst>
  <p:sldIdLst>
    <p:sldId xmlns:r="http://schemas.openxmlformats.org/officeDocument/2006/relationships" id="256" r:id="R90b34b918c77429d"/>
    <p:sldId xmlns:r="http://schemas.openxmlformats.org/officeDocument/2006/relationships" id="257" r:id="R29c0d0e1495a4e4c"/>
    <p:sldId xmlns:r="http://schemas.openxmlformats.org/officeDocument/2006/relationships" id="258" r:id="Rb59c6b53d5a144bf"/>
    <p:sldId xmlns:r="http://schemas.openxmlformats.org/officeDocument/2006/relationships" id="259" r:id="R5f93ba68fe174a60"/>
    <p:sldId xmlns:r="http://schemas.openxmlformats.org/officeDocument/2006/relationships" id="260" r:id="R0ebe774a684c4a56"/>
    <p:sldId xmlns:r="http://schemas.openxmlformats.org/officeDocument/2006/relationships" id="261" r:id="R479a2fee7c8e4460"/>
    <p:sldId xmlns:r="http://schemas.openxmlformats.org/officeDocument/2006/relationships" id="262" r:id="R9d6e89998bcd451b"/>
    <p:sldId xmlns:r="http://schemas.openxmlformats.org/officeDocument/2006/relationships" id="263" r:id="Rdb79efbec8144cac"/>
    <p:sldId xmlns:r="http://schemas.openxmlformats.org/officeDocument/2006/relationships" id="264" r:id="R6b4e229334544dc7"/>
    <p:sldId xmlns:r="http://schemas.openxmlformats.org/officeDocument/2006/relationships" id="265" r:id="R2a56ac64991647a1"/>
    <p:sldId xmlns:r="http://schemas.openxmlformats.org/officeDocument/2006/relationships" id="266" r:id="R5b7cc3b438564aad"/>
    <p:sldId xmlns:r="http://schemas.openxmlformats.org/officeDocument/2006/relationships" id="267" r:id="R3a776cfcf16246b4"/>
    <p:sldId xmlns:r="http://schemas.openxmlformats.org/officeDocument/2006/relationships" id="268" r:id="Rf35d73b6b5fc4f01"/>
    <p:sldId xmlns:r="http://schemas.openxmlformats.org/officeDocument/2006/relationships" id="269" r:id="Rb094039efdc8407b"/>
    <p:sldId xmlns:r="http://schemas.openxmlformats.org/officeDocument/2006/relationships" id="270" r:id="R78de4de638f749ae"/>
    <p:sldId xmlns:r="http://schemas.openxmlformats.org/officeDocument/2006/relationships" id="271" r:id="R35272416a81b4c74"/>
    <p:sldId xmlns:r="http://schemas.openxmlformats.org/officeDocument/2006/relationships" id="272" r:id="R49da1ad31f0d482d"/>
    <p:sldId xmlns:r="http://schemas.openxmlformats.org/officeDocument/2006/relationships" id="273" r:id="R6ba6c1f9b1dc42f1"/>
    <p:sldId xmlns:r="http://schemas.openxmlformats.org/officeDocument/2006/relationships" id="274" r:id="Rb962c895fc504c1e"/>
    <p:sldId xmlns:r="http://schemas.openxmlformats.org/officeDocument/2006/relationships" id="275" r:id="R0cff77118eb34a55"/>
    <p:sldId xmlns:r="http://schemas.openxmlformats.org/officeDocument/2006/relationships" id="276" r:id="R5ebbfdfc505d4109"/>
    <p:sldId xmlns:r="http://schemas.openxmlformats.org/officeDocument/2006/relationships" id="277" r:id="R618d59d77e1e447a"/>
    <p:sldId xmlns:r="http://schemas.openxmlformats.org/officeDocument/2006/relationships" id="278" r:id="Rdfee4b4f96a3409e"/>
    <p:sldId xmlns:r="http://schemas.openxmlformats.org/officeDocument/2006/relationships" id="279" r:id="R63833f9733234c2f"/>
    <p:sldId xmlns:r="http://schemas.openxmlformats.org/officeDocument/2006/relationships" id="280" r:id="R1c09bb2088814b4f"/>
    <p:sldId xmlns:r="http://schemas.openxmlformats.org/officeDocument/2006/relationships" id="281" r:id="R2548945346ad4f3c"/>
    <p:sldId xmlns:r="http://schemas.openxmlformats.org/officeDocument/2006/relationships" id="282" r:id="R74185fe889a84d07"/>
    <p:sldId xmlns:r="http://schemas.openxmlformats.org/officeDocument/2006/relationships" id="283" r:id="R65ded4bba2db468e"/>
    <p:sldId xmlns:r="http://schemas.openxmlformats.org/officeDocument/2006/relationships" id="284" r:id="R564304a364464665"/>
    <p:sldId xmlns:r="http://schemas.openxmlformats.org/officeDocument/2006/relationships" id="285" r:id="R6057ca74b6714585"/>
    <p:sldId xmlns:r="http://schemas.openxmlformats.org/officeDocument/2006/relationships" id="286" r:id="R5b8c715d3c04437e"/>
    <p:sldId xmlns:r="http://schemas.openxmlformats.org/officeDocument/2006/relationships" id="287" r:id="Rde9d626e211048b0"/>
    <p:sldId xmlns:r="http://schemas.openxmlformats.org/officeDocument/2006/relationships" id="288" r:id="R5e7eed22b1a0475c"/>
    <p:sldId xmlns:r="http://schemas.openxmlformats.org/officeDocument/2006/relationships" id="289" r:id="Re90d43a979a240de"/>
    <p:sldId xmlns:r="http://schemas.openxmlformats.org/officeDocument/2006/relationships" id="290" r:id="R346ed85b3f4041ac"/>
    <p:sldId xmlns:r="http://schemas.openxmlformats.org/officeDocument/2006/relationships" id="291" r:id="R2c32e8cb4e9f4f89"/>
    <p:sldId xmlns:r="http://schemas.openxmlformats.org/officeDocument/2006/relationships" id="292" r:id="R2f518e7305d94ad9"/>
    <p:sldId xmlns:r="http://schemas.openxmlformats.org/officeDocument/2006/relationships" id="293" r:id="Rc184cda49daf4e72"/>
    <p:sldId xmlns:r="http://schemas.openxmlformats.org/officeDocument/2006/relationships" id="294" r:id="R275216c442f144c3"/>
    <p:sldId xmlns:r="http://schemas.openxmlformats.org/officeDocument/2006/relationships" id="295" r:id="R80925bb0a55d4c34"/>
    <p:sldId xmlns:r="http://schemas.openxmlformats.org/officeDocument/2006/relationships" id="296" r:id="Rd2b6e793469d4d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f6a09ea79846e4" /><Relationship Type="http://schemas.openxmlformats.org/officeDocument/2006/relationships/slideMaster" Target="/ppt/slideMasters/slideMaster1.xml" Id="R667384c7ce9f4aa3" /><Relationship Type="http://schemas.openxmlformats.org/officeDocument/2006/relationships/notesMaster" Target="/ppt/notesMasters/notesMaster1.xml" Id="R7015b20f952f4411" /><Relationship Type="http://schemas.openxmlformats.org/officeDocument/2006/relationships/presProps" Target="/ppt/presProps.xml" Id="R1db71b81656c47c6" /><Relationship Type="http://schemas.openxmlformats.org/officeDocument/2006/relationships/tableStyles" Target="/ppt/tableStyles.xml" Id="R1d7b27c0b1ab4bcb" /><Relationship Type="http://schemas.openxmlformats.org/officeDocument/2006/relationships/slide" Target="/ppt/slides/slide1.xml" Id="R90b34b918c77429d" /><Relationship Type="http://schemas.openxmlformats.org/officeDocument/2006/relationships/slide" Target="/ppt/slides/slide2.xml" Id="R29c0d0e1495a4e4c" /><Relationship Type="http://schemas.openxmlformats.org/officeDocument/2006/relationships/slide" Target="/ppt/slides/slide3.xml" Id="Rb59c6b53d5a144bf" /><Relationship Type="http://schemas.openxmlformats.org/officeDocument/2006/relationships/slide" Target="/ppt/slides/slide4.xml" Id="R5f93ba68fe174a60" /><Relationship Type="http://schemas.openxmlformats.org/officeDocument/2006/relationships/slide" Target="/ppt/slides/slide5.xml" Id="R0ebe774a684c4a56" /><Relationship Type="http://schemas.openxmlformats.org/officeDocument/2006/relationships/slide" Target="/ppt/slides/slide6.xml" Id="R479a2fee7c8e4460" /><Relationship Type="http://schemas.openxmlformats.org/officeDocument/2006/relationships/slide" Target="/ppt/slides/slide7.xml" Id="R9d6e89998bcd451b" /><Relationship Type="http://schemas.openxmlformats.org/officeDocument/2006/relationships/slide" Target="/ppt/slides/slide8.xml" Id="Rdb79efbec8144cac" /><Relationship Type="http://schemas.openxmlformats.org/officeDocument/2006/relationships/slide" Target="/ppt/slides/slide9.xml" Id="R6b4e229334544dc7" /><Relationship Type="http://schemas.openxmlformats.org/officeDocument/2006/relationships/slide" Target="/ppt/slides/slide10.xml" Id="R2a56ac64991647a1" /><Relationship Type="http://schemas.openxmlformats.org/officeDocument/2006/relationships/slide" Target="/ppt/slides/slide11.xml" Id="R5b7cc3b438564aad" /><Relationship Type="http://schemas.openxmlformats.org/officeDocument/2006/relationships/slide" Target="/ppt/slides/slide12.xml" Id="R3a776cfcf16246b4" /><Relationship Type="http://schemas.openxmlformats.org/officeDocument/2006/relationships/slide" Target="/ppt/slides/slide13.xml" Id="Rf35d73b6b5fc4f01" /><Relationship Type="http://schemas.openxmlformats.org/officeDocument/2006/relationships/slide" Target="/ppt/slides/slide14.xml" Id="Rb094039efdc8407b" /><Relationship Type="http://schemas.openxmlformats.org/officeDocument/2006/relationships/slide" Target="/ppt/slides/slide15.xml" Id="R78de4de638f749ae" /><Relationship Type="http://schemas.openxmlformats.org/officeDocument/2006/relationships/slide" Target="/ppt/slides/slide16.xml" Id="R35272416a81b4c74" /><Relationship Type="http://schemas.openxmlformats.org/officeDocument/2006/relationships/slide" Target="/ppt/slides/slide17.xml" Id="R49da1ad31f0d482d" /><Relationship Type="http://schemas.openxmlformats.org/officeDocument/2006/relationships/slide" Target="/ppt/slides/slide18.xml" Id="R6ba6c1f9b1dc42f1" /><Relationship Type="http://schemas.openxmlformats.org/officeDocument/2006/relationships/slide" Target="/ppt/slides/slide19.xml" Id="Rb962c895fc504c1e" /><Relationship Type="http://schemas.openxmlformats.org/officeDocument/2006/relationships/slide" Target="/ppt/slides/slide20.xml" Id="R0cff77118eb34a55" /><Relationship Type="http://schemas.openxmlformats.org/officeDocument/2006/relationships/slide" Target="/ppt/slides/slide21.xml" Id="R5ebbfdfc505d4109" /><Relationship Type="http://schemas.openxmlformats.org/officeDocument/2006/relationships/slide" Target="/ppt/slides/slide22.xml" Id="R618d59d77e1e447a" /><Relationship Type="http://schemas.openxmlformats.org/officeDocument/2006/relationships/slide" Target="/ppt/slides/slide23.xml" Id="Rdfee4b4f96a3409e" /><Relationship Type="http://schemas.openxmlformats.org/officeDocument/2006/relationships/slide" Target="/ppt/slides/slide24.xml" Id="R63833f9733234c2f" /><Relationship Type="http://schemas.openxmlformats.org/officeDocument/2006/relationships/slide" Target="/ppt/slides/slide25.xml" Id="R1c09bb2088814b4f" /><Relationship Type="http://schemas.openxmlformats.org/officeDocument/2006/relationships/slide" Target="/ppt/slides/slide26.xml" Id="R2548945346ad4f3c" /><Relationship Type="http://schemas.openxmlformats.org/officeDocument/2006/relationships/slide" Target="/ppt/slides/slide27.xml" Id="R74185fe889a84d07" /><Relationship Type="http://schemas.openxmlformats.org/officeDocument/2006/relationships/slide" Target="/ppt/slides/slide28.xml" Id="R65ded4bba2db468e" /><Relationship Type="http://schemas.openxmlformats.org/officeDocument/2006/relationships/slide" Target="/ppt/slides/slide29.xml" Id="R564304a364464665" /><Relationship Type="http://schemas.openxmlformats.org/officeDocument/2006/relationships/slide" Target="/ppt/slides/slide30.xml" Id="R6057ca74b6714585" /><Relationship Type="http://schemas.openxmlformats.org/officeDocument/2006/relationships/slide" Target="/ppt/slides/slide31.xml" Id="R5b8c715d3c04437e" /><Relationship Type="http://schemas.openxmlformats.org/officeDocument/2006/relationships/slide" Target="/ppt/slides/slide32.xml" Id="Rde9d626e211048b0" /><Relationship Type="http://schemas.openxmlformats.org/officeDocument/2006/relationships/slide" Target="/ppt/slides/slide33.xml" Id="R5e7eed22b1a0475c" /><Relationship Type="http://schemas.openxmlformats.org/officeDocument/2006/relationships/slide" Target="/ppt/slides/slide34.xml" Id="Re90d43a979a240de" /><Relationship Type="http://schemas.openxmlformats.org/officeDocument/2006/relationships/slide" Target="/ppt/slides/slide35.xml" Id="R346ed85b3f4041ac" /><Relationship Type="http://schemas.openxmlformats.org/officeDocument/2006/relationships/slide" Target="/ppt/slides/slide36.xml" Id="R2c32e8cb4e9f4f89" /><Relationship Type="http://schemas.openxmlformats.org/officeDocument/2006/relationships/slide" Target="/ppt/slides/slide37.xml" Id="R2f518e7305d94ad9" /><Relationship Type="http://schemas.openxmlformats.org/officeDocument/2006/relationships/slide" Target="/ppt/slides/slide38.xml" Id="Rc184cda49daf4e72" /><Relationship Type="http://schemas.openxmlformats.org/officeDocument/2006/relationships/slide" Target="/ppt/slides/slide39.xml" Id="R275216c442f144c3" /><Relationship Type="http://schemas.openxmlformats.org/officeDocument/2006/relationships/slide" Target="/ppt/slides/slide40.xml" Id="R80925bb0a55d4c34" /><Relationship Type="http://schemas.openxmlformats.org/officeDocument/2006/relationships/slide" Target="/ppt/slides/slide41.xml" Id="Rd2b6e793469d4d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ac71e3fb554a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1e8f4817c34895" /><Relationship Type="http://schemas.openxmlformats.org/officeDocument/2006/relationships/notesMaster" Target="/ppt/notesMasters/notesMaster1.xml" Id="R982186750a6b47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39f71c1d954713" /><Relationship Type="http://schemas.openxmlformats.org/officeDocument/2006/relationships/notesMaster" Target="/ppt/notesMasters/notesMaster1.xml" Id="Rbc32e9d8325e4c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cad873f1a64cc1" /><Relationship Type="http://schemas.openxmlformats.org/officeDocument/2006/relationships/notesMaster" Target="/ppt/notesMasters/notesMaster1.xml" Id="Rcb89e091c82444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ccd4e8b5224122" /><Relationship Type="http://schemas.openxmlformats.org/officeDocument/2006/relationships/notesMaster" Target="/ppt/notesMasters/notesMaster1.xml" Id="Rf346e9c8730442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7b894f1c284663" /><Relationship Type="http://schemas.openxmlformats.org/officeDocument/2006/relationships/notesMaster" Target="/ppt/notesMasters/notesMaster1.xml" Id="R8bcedc99ed304d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d6a3ca9b504b8b" /><Relationship Type="http://schemas.openxmlformats.org/officeDocument/2006/relationships/notesMaster" Target="/ppt/notesMasters/notesMaster1.xml" Id="R3584afcdabb94b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a30e3740e54c6d" /><Relationship Type="http://schemas.openxmlformats.org/officeDocument/2006/relationships/notesMaster" Target="/ppt/notesMasters/notesMaster1.xml" Id="R5c6b029a1e7546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b0dbff170e49f5" /><Relationship Type="http://schemas.openxmlformats.org/officeDocument/2006/relationships/notesMaster" Target="/ppt/notesMasters/notesMaster1.xml" Id="Reed75461dfc74c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fba491ef084e8f" /><Relationship Type="http://schemas.openxmlformats.org/officeDocument/2006/relationships/notesMaster" Target="/ppt/notesMasters/notesMaster1.xml" Id="R7000029a413840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301d3811df47b7" /><Relationship Type="http://schemas.openxmlformats.org/officeDocument/2006/relationships/notesMaster" Target="/ppt/notesMasters/notesMaster1.xml" Id="R7841dd6d72b94e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de3fd98540d40b5" /><Relationship Type="http://schemas.openxmlformats.org/officeDocument/2006/relationships/notesMaster" Target="/ppt/notesMasters/notesMaster1.xml" Id="Rccaadbe76b764f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dc853947577428e" /><Relationship Type="http://schemas.openxmlformats.org/officeDocument/2006/relationships/notesMaster" Target="/ppt/notesMasters/notesMaster1.xml" Id="R72eb71fe87fe4ce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7a1d56f41b14a77" /><Relationship Type="http://schemas.openxmlformats.org/officeDocument/2006/relationships/notesMaster" Target="/ppt/notesMasters/notesMaster1.xml" Id="R751592b9f12a4be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0b73eda55574d90" /><Relationship Type="http://schemas.openxmlformats.org/officeDocument/2006/relationships/notesMaster" Target="/ppt/notesMasters/notesMaster1.xml" Id="R1c559254f1e2497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3048271acdc4d92" /><Relationship Type="http://schemas.openxmlformats.org/officeDocument/2006/relationships/notesMaster" Target="/ppt/notesMasters/notesMaster1.xml" Id="Rb6aa2dc3ba3a43a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3a9374535d34b9d" /><Relationship Type="http://schemas.openxmlformats.org/officeDocument/2006/relationships/notesMaster" Target="/ppt/notesMasters/notesMaster1.xml" Id="R598c814c06a3433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267c4e60c3f484f" /><Relationship Type="http://schemas.openxmlformats.org/officeDocument/2006/relationships/notesMaster" Target="/ppt/notesMasters/notesMaster1.xml" Id="Rb13c6f5aa0864b2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33c6a9fcb154816" /><Relationship Type="http://schemas.openxmlformats.org/officeDocument/2006/relationships/notesMaster" Target="/ppt/notesMasters/notesMaster1.xml" Id="R083083ccb9284ae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0e71d70173a4e8e" /><Relationship Type="http://schemas.openxmlformats.org/officeDocument/2006/relationships/notesMaster" Target="/ppt/notesMasters/notesMaster1.xml" Id="Rda534f3df021452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39014e501e04dc8" /><Relationship Type="http://schemas.openxmlformats.org/officeDocument/2006/relationships/notesMaster" Target="/ppt/notesMasters/notesMaster1.xml" Id="Rf87ca4f9ef3047c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971aebc31da427b" /><Relationship Type="http://schemas.openxmlformats.org/officeDocument/2006/relationships/notesMaster" Target="/ppt/notesMasters/notesMaster1.xml" Id="R9155fbf5b560473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d0bfab7976446e1" /><Relationship Type="http://schemas.openxmlformats.org/officeDocument/2006/relationships/notesMaster" Target="/ppt/notesMasters/notesMaster1.xml" Id="Rec239740a3bf409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89146b2aa834789" /><Relationship Type="http://schemas.openxmlformats.org/officeDocument/2006/relationships/notesMaster" Target="/ppt/notesMasters/notesMaster1.xml" Id="R66bcdc757637403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eaeea38818b4a8f" /><Relationship Type="http://schemas.openxmlformats.org/officeDocument/2006/relationships/notesMaster" Target="/ppt/notesMasters/notesMaster1.xml" Id="R0af25e474bcc47b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b4e2f1e44014436" /><Relationship Type="http://schemas.openxmlformats.org/officeDocument/2006/relationships/notesMaster" Target="/ppt/notesMasters/notesMaster1.xml" Id="Reef70c4854d64d7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82d19f477c24634" /><Relationship Type="http://schemas.openxmlformats.org/officeDocument/2006/relationships/notesMaster" Target="/ppt/notesMasters/notesMaster1.xml" Id="R415347127991430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05708954d424d17" /><Relationship Type="http://schemas.openxmlformats.org/officeDocument/2006/relationships/notesMaster" Target="/ppt/notesMasters/notesMaster1.xml" Id="R7ab1238780b2456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a9a3ca003784965" /><Relationship Type="http://schemas.openxmlformats.org/officeDocument/2006/relationships/notesMaster" Target="/ppt/notesMasters/notesMaster1.xml" Id="Readc7aa831b941e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c15a68bd8e14e5b" /><Relationship Type="http://schemas.openxmlformats.org/officeDocument/2006/relationships/notesMaster" Target="/ppt/notesMasters/notesMaster1.xml" Id="Rc3ce04a675f24e3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5795a8711434e7d" /><Relationship Type="http://schemas.openxmlformats.org/officeDocument/2006/relationships/notesMaster" Target="/ppt/notesMasters/notesMaster1.xml" Id="R036372666162482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b75f388f89a41a4" /><Relationship Type="http://schemas.openxmlformats.org/officeDocument/2006/relationships/notesMaster" Target="/ppt/notesMasters/notesMaster1.xml" Id="Rb3a5fc9e670d404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4b2a9b0c0ca4a7f" /><Relationship Type="http://schemas.openxmlformats.org/officeDocument/2006/relationships/notesMaster" Target="/ppt/notesMasters/notesMaster1.xml" Id="R7f5678a5f03b4d9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f0b8159f58c4655" /><Relationship Type="http://schemas.openxmlformats.org/officeDocument/2006/relationships/notesMaster" Target="/ppt/notesMasters/notesMaster1.xml" Id="R797bac18d6cb4e0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2ac163af8494036" /><Relationship Type="http://schemas.openxmlformats.org/officeDocument/2006/relationships/notesMaster" Target="/ppt/notesMasters/notesMaster1.xml" Id="R2a1aecc7c29044b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f1776b425534465" /><Relationship Type="http://schemas.openxmlformats.org/officeDocument/2006/relationships/notesMaster" Target="/ppt/notesMasters/notesMaster1.xml" Id="R0c66524df845403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595c6922e0641ea" /><Relationship Type="http://schemas.openxmlformats.org/officeDocument/2006/relationships/notesMaster" Target="/ppt/notesMasters/notesMaster1.xml" Id="R56537eb2a4e7448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6e9537bb3414490" /><Relationship Type="http://schemas.openxmlformats.org/officeDocument/2006/relationships/notesMaster" Target="/ppt/notesMasters/notesMaster1.xml" Id="R116a96fcaf71493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356d06ac9ec4f81" /><Relationship Type="http://schemas.openxmlformats.org/officeDocument/2006/relationships/notesMaster" Target="/ppt/notesMasters/notesMaster1.xml" Id="Re0a2981584144ee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cbc7a2cc6d94891" /><Relationship Type="http://schemas.openxmlformats.org/officeDocument/2006/relationships/notesMaster" Target="/ppt/notesMasters/notesMaster1.xml" Id="R05aec37e4107434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55ffe9291ae4ef4" /><Relationship Type="http://schemas.openxmlformats.org/officeDocument/2006/relationships/notesMaster" Target="/ppt/notesMasters/notesMaster1.xml" Id="R6a9cb9bd35d7472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0ba7c85107e4469" /><Relationship Type="http://schemas.openxmlformats.org/officeDocument/2006/relationships/notesMaster" Target="/ppt/notesMasters/notesMaster1.xml" Id="R165134d8b9134f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https://fastapi.tiangolo.com/tutorial/</a:t>
            </a:r>
          </a:p>
          <a:p xmlns:a="http://schemas.openxmlformats.org/drawingml/2006/main">
            <a:r>
              <a:t>- https://docs.python.org/3.12/library/asyncio-stream.html</a:t>
            </a:r>
          </a:p>
          <a:p xmlns:a="http://schemas.openxmlformats.org/drawingml/2006/main">
            <a:r>
              <a:t>- https://developercenter.robotstudio.com/api/RWS?urls.primaryName=File+Service</a:t>
            </a:r>
          </a:p>
          <a:p xmlns:a="http://schemas.openxmlformats.org/drawingml/2006/main">
            <a:r>
              <a:t>- OpenAI ImageGen — project-bound illustration generated 2026-08-10; prompt record: tmp/rapid_server_study/image-prompts.txt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포함된 코드 프로젝트는 Mock가 기본이며 실제 RWS 쓰기는 비활성화되어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https://fastapi.tiangolo.com/tutorial/</a:t>
            </a:r>
          </a:p>
          <a:p xmlns:a="http://schemas.openxmlformats.org/drawingml/2006/main">
            <a:r>
              <a:t>- https://docs.python.org/3.12/library/asyncio-stream.html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코드의 핵심 설계 결정을 먼저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https://fastapi.tiangolo.com/tutorial/</a:t>
            </a:r>
          </a:p>
          <a:p xmlns:a="http://schemas.openxmlformats.org/drawingml/2006/main">
            <a:r>
              <a:t>- https://developercenter.robotstudio.com/api/RWS?urls.primaryName=File+Service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서버가 로봇 안전 기능을 대체하지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https://fastapi.tiangolo.com/tutorial/</a:t>
            </a:r>
          </a:p>
          <a:p xmlns:a="http://schemas.openxmlformats.org/drawingml/2006/main">
            <a:r>
              <a:t>- https://docs.python.org/3.12/library/asyncio-stream.html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README의 Quick start부터 실행한다.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https://docs.pydantic.dev/latest/concepts/models/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.env.example을 복사해 환경별로 설정한다.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https://docs.pydantic.dev/latest/concepts/models/</a:t>
            </a:r>
          </a:p>
          <a:p xmlns:a="http://schemas.openxmlformats.org/drawingml/2006/main">
            <a:r>
              <a:t>- https://fastapi.tiangolo.com/tutorial/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유효성 검증과 업무 검증을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https://www.rfc-editor.org/info/rfc9293/</a:t>
            </a:r>
          </a:p>
          <a:p xmlns:a="http://schemas.openxmlformats.org/drawingml/2006/main">
            <a:r>
              <a:t>- https://docs.python.org/3.12/library/socket.html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protocol.py의 실제 구현과 비교한다.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https://www.rfc-editor.org/info/rfc8259/</a:t>
            </a:r>
          </a:p>
          <a:p xmlns:a="http://schemas.openxmlformats.org/drawingml/2006/main">
            <a:r>
              <a:t>- https://www.rfc-editor.org/info/rfc9293/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wire 형식은 달라도 내부 CommandRequest는 같다.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https://fastapi.tiangolo.com/tutorial/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테스트 대역의 범위를 명시한다.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https://www.rfc-editor.org/info/rfc9293/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메모리 cache는 교육용 구현이라는 한계를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https://www.rfc-editor.org/info/rfc9110/</a:t>
            </a:r>
          </a:p>
          <a:p xmlns:a="http://schemas.openxmlformats.org/drawingml/2006/main">
            <a:r>
              <a:t>- https://fastapi.tiangolo.com/tutorial/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transport status와 domain status를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https://docs.python.org/3.12/library/asyncio-stream.html</a:t>
            </a:r>
          </a:p>
          <a:p xmlns:a="http://schemas.openxmlformats.org/drawingml/2006/main">
            <a:r>
              <a:t>- https://docs.python.org/3.12/library/socket.html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실제 구현에는 timeout과 finally close가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https://docs.python.org/3.12/library/asyncio-stream.html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동시 요청과 로봇 단일 작업 자원의 차이를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https://fastapi.tiangolo.com/tutorial/</a:t>
            </a:r>
          </a:p>
          <a:p xmlns:a="http://schemas.openxmlformats.org/drawingml/2006/main">
            <a:r>
              <a:t>- https://docs.python.org/3.12/library/asyncio-stream.html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전역 side effect보다 명시적 lifecycle을 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https://fastapi.tiangolo.com/tutorial/</a:t>
            </a:r>
          </a:p>
          <a:p xmlns:a="http://schemas.openxmlformats.org/drawingml/2006/main">
            <a:r>
              <a:t>- https://www.rfc-editor.org/info/rfc9110/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실제 코드의 dependency injection도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https://www.rfc-editor.org/info/rfc9110/</a:t>
            </a:r>
          </a:p>
          <a:p xmlns:a="http://schemas.openxmlformats.org/drawingml/2006/main">
            <a:r>
              <a:t>- https://www.rfc-editor.org/info/rfc9846/</a:t>
            </a:r>
          </a:p>
          <a:p xmlns:a="http://schemas.openxmlformats.org/drawingml/2006/main">
            <a:r>
              <a:t>- https://tailscale.com/docs/features/access-control/grants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네트워크와 애플리케이션 보안을 겹쳐 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https://fastapi.tiangolo.com/tutorial/</a:t>
            </a:r>
          </a:p>
          <a:p xmlns:a="http://schemas.openxmlformats.org/drawingml/2006/main">
            <a:r>
              <a:t>- https://docs.python.org/3.12/library/asyncio-stream.html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13개 자동 테스트가 포함되어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https://www.rfc-editor.org/info/rfc9293/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test_protocol.py에서 실제 사례를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https://fastapi.tiangolo.com/tutorial/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테스트가 문서 역할도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https://docs.python.org/3.12/library/asyncio-stream.html</a:t>
            </a:r>
          </a:p>
          <a:p xmlns:a="http://schemas.openxmlformats.org/drawingml/2006/main">
            <a:r>
              <a:t>- https://docs.python.org/3.12/library/socket.html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외부 프로세스 없이 end-to-end 경로를 검증한다.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https://developercenter.robotstudio.com/api/rwsApi/</a:t>
            </a:r>
          </a:p>
          <a:p xmlns:a="http://schemas.openxmlformats.org/drawingml/2006/main">
            <a:r>
              <a:t>- https://developercenter.robotstudio.com/api/RWS?urls.primaryName=File+Service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rws_client.py의 version-aware header를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https://developercenter.robotstudio.com/api/RWS?urls.primaryName=File+Service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RwsMailbox.mod는 교육용 뼈대다.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https://developercenter.robotstudio.com/api/RWS?urls.primaryName=File+Service</a:t>
            </a:r>
          </a:p>
          <a:p xmlns:a="http://schemas.openxmlformats.org/drawingml/2006/main">
            <a:r>
              <a:t>- https://www.rfc-editor.org/info/rfc9110/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production에서는 event subscription도 검토한다.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https://library.e.abb.com/public/2d3f6462e9cb4ed0b4f230011a8d7087/3HAC098390%20TRM%20RAPID%20Instructions%20RW%208-en.pdf</a:t>
            </a:r>
          </a:p>
          <a:p xmlns:a="http://schemas.openxmlformats.org/drawingml/2006/main">
            <a:r>
              <a:t>- https://www.rfc-editor.org/info/rfc9293/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정확한 escape와 옵션은 대상 RobotWare 매뉴얼에서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https://www.rfc-editor.org/info/rfc9293/</a:t>
            </a:r>
          </a:p>
          <a:p xmlns:a="http://schemas.openxmlformats.org/drawingml/2006/main">
            <a:r>
              <a:t>- https://docs.python.org/3.12/library/asyncio-stream.html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SocketBridgeClient.mod와 gateway 코드를 함께 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https://www.rfc-editor.org/info/rfc9293/</a:t>
            </a:r>
          </a:p>
          <a:p xmlns:a="http://schemas.openxmlformats.org/drawingml/2006/main">
            <a:r>
              <a:t>- https://www.rfc-editor.org/info/rfc9110/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500 하나로 모두 뭉치지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https://www.rfc-editor.org/info/rfc9110/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로그 레벨과 보존 정책을 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https://fastapi.tiangolo.com/tutorial/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알람은 원인 계층에 가깝게 만든다.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https://tailscale.com/docs/features/access-control/grants</a:t>
            </a:r>
          </a:p>
          <a:p xmlns:a="http://schemas.openxmlformats.org/drawingml/2006/main">
            <a:r>
              <a:t>- https://www.rfc-editor.org/info/rfc9846/</a:t>
            </a:r>
          </a:p>
          <a:p xmlns:a="http://schemas.openxmlformats.org/drawingml/2006/main">
            <a:r>
              <a:t>- https://library.e.abb.com/public/e801a2006203436e8f175f5f4405928f/3HAC098393%20AM%20Controller%20software%20OmniCore%20RW%208-en.pdf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defense in depth를 실제 파일 설정과 연결한다.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https://fastapi.tiangolo.com/tutorial/</a:t>
            </a:r>
          </a:p>
          <a:p xmlns:a="http://schemas.openxmlformats.org/drawingml/2006/main">
            <a:r>
              <a:t>- https://docs.python.org/3.12/library/asyncio-stream.html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Windows PowerShell에서도 동일 순서로 진행한다.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https://new.abb.com/products/robotics/software-and-digital/robotstudio</a:t>
            </a:r>
          </a:p>
          <a:p xmlns:a="http://schemas.openxmlformats.org/drawingml/2006/main">
            <a:r>
              <a:t>- https://library.e.abb.com/public/e801a2006203436e8f175f5f4405928f/3HAC098393%20AM%20Controller%20software%20OmniCore%20RW%208-en.pdf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실습 환경의 IP/port를 설정 파일로 맞춘다.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https://tailscale.com/docs/features/subnet-routers</a:t>
            </a:r>
          </a:p>
          <a:p xmlns:a="http://schemas.openxmlformats.org/drawingml/2006/main">
            <a:r>
              <a:t>- https://tailscale.com/docs/features/access-control/grants</a:t>
            </a:r>
          </a:p>
          <a:p xmlns:a="http://schemas.openxmlformats.org/drawingml/2006/main">
            <a:r>
              <a:t>- https://tailscale.com/docs/features/magicdns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로봇 컨트롤러에 직접 Tailscale 설치를 가정하지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https://www.rfc-editor.org/info/rfc9293/</a:t>
            </a:r>
          </a:p>
          <a:p xmlns:a="http://schemas.openxmlformats.org/drawingml/2006/main">
            <a:r>
              <a:t>- https://tailscale.com/docs/features/subnet-routers</a:t>
            </a:r>
          </a:p>
          <a:p xmlns:a="http://schemas.openxmlformats.org/drawingml/2006/main">
            <a:r>
              <a:t>- https://www.rfc-editor.org/info/rfc9846/</a:t>
            </a:r>
          </a:p>
          <a:p xmlns:a="http://schemas.openxmlformats.org/drawingml/2006/main">
            <a:r>
              <a:t>- OpenAI ImageGen — project-bound illustration generated 2026-08-10; prompt record: tmp/rapid_server_study/image-prompts.txt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이미지는 이 덱에서 한 번만 사용한다.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https://developercenter.robotstudio.com/api/egm/</a:t>
            </a:r>
          </a:p>
          <a:p xmlns:a="http://schemas.openxmlformats.org/drawingml/2006/main">
            <a:r>
              <a:t>- https://developercenter.robotstudio.com/api/RWS?urls.primaryName=File+Service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이 학습 프로젝트 범위에는 EGM 구현을 포함하지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https://fastapi.tiangolo.com/tutorial/</a:t>
            </a:r>
          </a:p>
          <a:p xmlns:a="http://schemas.openxmlformats.org/drawingml/2006/main">
            <a:r>
              <a:t>- https://www.rfc-editor.org/info/rfc9846/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production gap을 명시적으로 문서화한다.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https://library.e.abb.com/public/e801a2006203436e8f175f5f4405928f/3HAC098393%20AM%20Controller%20software%20OmniCore%20RW%208-en.pdf</a:t>
            </a:r>
          </a:p>
          <a:p xmlns:a="http://schemas.openxmlformats.org/drawingml/2006/main">
            <a:r>
              <a:t>- https://new.abb.com/products/robotics/software-and-digital/robotstudio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상태 마이그레이션과 이전 클라이언트 호환성을 포함한다.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https://fastapi.tiangolo.com/tutorial/</a:t>
            </a:r>
          </a:p>
          <a:p xmlns:a="http://schemas.openxmlformats.org/drawingml/2006/main">
            <a:r>
              <a:t>- https://docs.python.org/3.12/library/asyncio-stream.html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계층 분리의 핵심을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https://library.e.abb.com/public/e801a2006203436e8f175f5f4405928f/3HAC098393%20AM%20Controller%20software%20OmniCore%20RW%208-en.pdf</a:t>
            </a:r>
          </a:p>
          <a:p xmlns:a="http://schemas.openxmlformats.org/drawingml/2006/main">
            <a:r>
              <a:t>- https://developercenter.robotstudio.com/api/RWS?urls.primaryName=File+Service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단계적 승격 원칙을 답하게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https://fastapi.tiangolo.com/tutorial/</a:t>
            </a:r>
          </a:p>
          <a:p xmlns:a="http://schemas.openxmlformats.org/drawingml/2006/main">
            <a:r>
              <a:t>- https://new.abb.com/products/robotics/software-and-digital/robotstudio</a:t>
            </a:r>
          </a:p>
          <a:p xmlns:a="http://schemas.openxmlformats.org/drawingml/2006/main">
            <a:r>
              <a:t>- https://tailscale.com/docs/features/subnet-routers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워크북 LAB 15~18과 연결한다.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>- https://www.rfc-editor.org/info/rfc9293/</a:t>
            </a:r>
          </a:p>
          <a:p xmlns:a="http://schemas.openxmlformats.org/drawingml/2006/main">
            <a:r>
              <a:t>- https://library.e.abb.com/public/e801a2006203436e8f175f5f4405928f/3HAC098393%20AM%20Controller%20software%20OmniCore%20RW%208-en.pdf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자료 전체의 학습 목표를 회수한다.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https://fastapi.tiangolo.com/tutorial/</a:t>
            </a:r>
          </a:p>
          <a:p xmlns:a="http://schemas.openxmlformats.org/drawingml/2006/main">
            <a:r>
              <a:t>- https://new.abb.com/products/robotics/software-and-digital/robotstudio</a:t>
            </a:r>
          </a:p>
          <a:p xmlns:a="http://schemas.openxmlformats.org/drawingml/2006/main">
            <a:r>
              <a:t>- https://tailscale.com/docs/features/subnet-routers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종합 패키지를 학습 루프로 마무리한다.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061d099e754e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9fdeadb3164a64" /><Relationship Type="http://schemas.openxmlformats.org/officeDocument/2006/relationships/slideLayout" Target="/ppt/slideLayouts/slideLayout1.xml" Id="R1338c46fa00549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38c46fa00549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d8a7395a647d3" /><Relationship Type="http://schemas.openxmlformats.org/officeDocument/2006/relationships/image" Target="/ppt/media/image.png" Id="R4b6f0fced6ae44a5" /><Relationship Type="http://schemas.openxmlformats.org/officeDocument/2006/relationships/notesSlide" Target="/ppt/notesSlides/notesSlide1.xml" Id="Rcb8814c34c8d4d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321a9eaa34897" /><Relationship Type="http://schemas.openxmlformats.org/officeDocument/2006/relationships/notesSlide" Target="/ppt/notesSlides/notesSlide2.xml" Id="R3eb07275b15e45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0fc6b0ac74bd0" /><Relationship Type="http://schemas.openxmlformats.org/officeDocument/2006/relationships/notesSlide" Target="/ppt/notesSlides/notesSlide3.xml" Id="R066071cb1e4e47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f04c2945940a6" /><Relationship Type="http://schemas.openxmlformats.org/officeDocument/2006/relationships/notesSlide" Target="/ppt/notesSlides/notesSlide4.xml" Id="Rc73189a973744b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9e29e37a645c6" /><Relationship Type="http://schemas.openxmlformats.org/officeDocument/2006/relationships/notesSlide" Target="/ppt/notesSlides/notesSlide5.xml" Id="Rec3a8bc478ed41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c8676b0f64967" /><Relationship Type="http://schemas.openxmlformats.org/officeDocument/2006/relationships/notesSlide" Target="/ppt/notesSlides/notesSlide6.xml" Id="R00b790b3d4c249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8b1870fce4e27" /><Relationship Type="http://schemas.openxmlformats.org/officeDocument/2006/relationships/notesSlide" Target="/ppt/notesSlides/notesSlide7.xml" Id="Re1bf922752cf4f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3319023a24006" /><Relationship Type="http://schemas.openxmlformats.org/officeDocument/2006/relationships/notesSlide" Target="/ppt/notesSlides/notesSlide8.xml" Id="R86d9c69e87e649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56dfbbbb8415b" /><Relationship Type="http://schemas.openxmlformats.org/officeDocument/2006/relationships/notesSlide" Target="/ppt/notesSlides/notesSlide9.xml" Id="R87025650d0ea42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a57ed6ef54cb3" /><Relationship Type="http://schemas.openxmlformats.org/officeDocument/2006/relationships/notesSlide" Target="/ppt/notesSlides/notesSlide10.xml" Id="Re4c9754dd32343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a26f751b64dea" /><Relationship Type="http://schemas.openxmlformats.org/officeDocument/2006/relationships/notesSlide" Target="/ppt/notesSlides/notesSlide11.xml" Id="Rc28d5a3465c84a7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9411334604b07" /><Relationship Type="http://schemas.openxmlformats.org/officeDocument/2006/relationships/notesSlide" Target="/ppt/notesSlides/notesSlide12.xml" Id="Ra8e88a459a3d4e6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0d2c30c314ba0" /><Relationship Type="http://schemas.openxmlformats.org/officeDocument/2006/relationships/notesSlide" Target="/ppt/notesSlides/notesSlide13.xml" Id="Rcadd64f7b97247b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9674ba8c34afd" /><Relationship Type="http://schemas.openxmlformats.org/officeDocument/2006/relationships/notesSlide" Target="/ppt/notesSlides/notesSlide14.xml" Id="R7d98ced1a0a2461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e3aaebcc646c3" /><Relationship Type="http://schemas.openxmlformats.org/officeDocument/2006/relationships/notesSlide" Target="/ppt/notesSlides/notesSlide15.xml" Id="Rea833907b9f44b3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d329a91284ce2" /><Relationship Type="http://schemas.openxmlformats.org/officeDocument/2006/relationships/notesSlide" Target="/ppt/notesSlides/notesSlide16.xml" Id="Rbd59a882d8af47c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bbfd915dd488e" /><Relationship Type="http://schemas.openxmlformats.org/officeDocument/2006/relationships/notesSlide" Target="/ppt/notesSlides/notesSlide17.xml" Id="R5182b31975ba488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b1b58c2174094" /><Relationship Type="http://schemas.openxmlformats.org/officeDocument/2006/relationships/notesSlide" Target="/ppt/notesSlides/notesSlide18.xml" Id="R3f447e2f9635418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7187674f344f0" /><Relationship Type="http://schemas.openxmlformats.org/officeDocument/2006/relationships/notesSlide" Target="/ppt/notesSlides/notesSlide19.xml" Id="R66cd1999b5d143f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7992b127841e8" /><Relationship Type="http://schemas.openxmlformats.org/officeDocument/2006/relationships/notesSlide" Target="/ppt/notesSlides/notesSlide20.xml" Id="R9b67ee03fb594e4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a5253979a4ecc" /><Relationship Type="http://schemas.openxmlformats.org/officeDocument/2006/relationships/notesSlide" Target="/ppt/notesSlides/notesSlide21.xml" Id="R14a26375c558404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706242c1b4004" /><Relationship Type="http://schemas.openxmlformats.org/officeDocument/2006/relationships/notesSlide" Target="/ppt/notesSlides/notesSlide22.xml" Id="R32f1228cc0de40f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f35ae3d6f4e2c" /><Relationship Type="http://schemas.openxmlformats.org/officeDocument/2006/relationships/notesSlide" Target="/ppt/notesSlides/notesSlide23.xml" Id="Rceed1ab50eef4ab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27a61c5344c44" /><Relationship Type="http://schemas.openxmlformats.org/officeDocument/2006/relationships/notesSlide" Target="/ppt/notesSlides/notesSlide24.xml" Id="R0d84a1d278ab469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47040fded4c35" /><Relationship Type="http://schemas.openxmlformats.org/officeDocument/2006/relationships/notesSlide" Target="/ppt/notesSlides/notesSlide25.xml" Id="Rd4e14e9eb0464ef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959755c284ce3" /><Relationship Type="http://schemas.openxmlformats.org/officeDocument/2006/relationships/notesSlide" Target="/ppt/notesSlides/notesSlide26.xml" Id="Ra5f3d77f17d2428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e93d55f2a4ed4" /><Relationship Type="http://schemas.openxmlformats.org/officeDocument/2006/relationships/notesSlide" Target="/ppt/notesSlides/notesSlide27.xml" Id="Ra90d4732f8a4482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336672c554a97" /><Relationship Type="http://schemas.openxmlformats.org/officeDocument/2006/relationships/notesSlide" Target="/ppt/notesSlides/notesSlide28.xml" Id="R78831b53c1cd4f7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5beb1376f4652" /><Relationship Type="http://schemas.openxmlformats.org/officeDocument/2006/relationships/notesSlide" Target="/ppt/notesSlides/notesSlide29.xml" Id="R7a5147f50a544cd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e7d84413949fb" /><Relationship Type="http://schemas.openxmlformats.org/officeDocument/2006/relationships/notesSlide" Target="/ppt/notesSlides/notesSlide30.xml" Id="R0d7806b65004472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666c6eb0f42ee" /><Relationship Type="http://schemas.openxmlformats.org/officeDocument/2006/relationships/notesSlide" Target="/ppt/notesSlides/notesSlide31.xml" Id="Raf1aa0d07da346d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80b7f25e84272" /><Relationship Type="http://schemas.openxmlformats.org/officeDocument/2006/relationships/notesSlide" Target="/ppt/notesSlides/notesSlide32.xml" Id="R5f75df791547442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024de19984726" /><Relationship Type="http://schemas.openxmlformats.org/officeDocument/2006/relationships/image" Target="/ppt/media/image2.png" Id="R91abb73ba5de450a" /><Relationship Type="http://schemas.openxmlformats.org/officeDocument/2006/relationships/notesSlide" Target="/ppt/notesSlides/notesSlide33.xml" Id="R06e9111ef31946e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60b400a7a410e" /><Relationship Type="http://schemas.openxmlformats.org/officeDocument/2006/relationships/notesSlide" Target="/ppt/notesSlides/notesSlide34.xml" Id="R6d95416397d0463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d0106ac914d26" /><Relationship Type="http://schemas.openxmlformats.org/officeDocument/2006/relationships/notesSlide" Target="/ppt/notesSlides/notesSlide35.xml" Id="Ra2f24bfaa7c046c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25950a778416d" /><Relationship Type="http://schemas.openxmlformats.org/officeDocument/2006/relationships/notesSlide" Target="/ppt/notesSlides/notesSlide36.xml" Id="Rdd48ddc7b424446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c0179602846a9" /><Relationship Type="http://schemas.openxmlformats.org/officeDocument/2006/relationships/notesSlide" Target="/ppt/notesSlides/notesSlide37.xml" Id="Rc2ba3452d0e64aa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1b1bddefc4e2d" /><Relationship Type="http://schemas.openxmlformats.org/officeDocument/2006/relationships/notesSlide" Target="/ppt/notesSlides/notesSlide38.xml" Id="Rd29840de142f477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3f03c049a4314" /><Relationship Type="http://schemas.openxmlformats.org/officeDocument/2006/relationships/notesSlide" Target="/ppt/notesSlides/notesSlide39.xml" Id="R89bf668e86c6477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2c86d12c046a4" /><Relationship Type="http://schemas.openxmlformats.org/officeDocument/2006/relationships/notesSlide" Target="/ppt/notesSlides/notesSlide40.xml" Id="R898dcae66ef8411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9440a3d0e47c0" /><Relationship Type="http://schemas.openxmlformats.org/officeDocument/2006/relationships/notesSlide" Target="/ppt/notesSlides/notesSlide41.xml" Id="R899bdf605e1f4b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6f0fced6ae44a5"/>
          <a:srcRect xmlns:a="http://schemas.openxmlformats.org/drawingml/2006/main" l="25378" t="0" r="25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F567A-0AA6-429C-B641-4126074A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ADEA0-4A39-498D-873E-86707D53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PYTHON · RAPID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A1DEB-5180-47FD-98DF-1B39E959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51911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Python 서버와</a:t>
            </a:r>
          </a:p>
          <a:p xmlns:a="http://schemas.openxmlformats.org/drawingml/2006/main">
            <a:pPr algn="l">
              <a:defRPr sz="4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RAPID 통합 실습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95B51-208C-4BE2-9133-F688EADE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Mock Controller부터 FastAPI, TCP Gateway,</a:t>
            </a:r>
          </a:p>
          <a:p xmlns:a="http://schemas.openxmlformats.org/drawingml/2006/main">
            <a:pPr algn="l">
              <a:defRPr sz="20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RWS 어댑터와 Tailscale 배포까지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F193F-FF47-46DB-BC28-05A785FC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55BC4-41ED-47C4-BC9A-DEE4B487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입문→실습→통합 · 2026</a:t>
            </a:r>
          </a:p>
        </p:txBody>
      </p:sp>
    </p:spTree>
    <p:extLst>
      <p:ext uri="{BB962C8B-B14F-4D97-AF65-F5344CB8AC3E}">
        <p14:creationId xmlns:p14="http://schemas.microsoft.com/office/powerpoint/2010/main" val="16315866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8D818-4825-4814-A06C-CAD12773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D660E-43A4-464E-BA25-7EE49A99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572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하나의 서비스 코어를</a:t>
            </a:r>
          </a:p>
          <a:p xmlns:a="http://schemas.openxmlformats.org/drawingml/2006/main">
            <a:pPr algn="l">
              <a:def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두 개의 프로토콜이 공유한다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53B4F5-5AC5-45A6-A657-E28C3684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000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HTTP와 TCP가 같은 BridgeService를 호출하면 규칙과 상태가 한곳에 모인다.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E3DF7-5715-4843-A370-BF90C3DE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933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68F8E-65C0-48E3-BF17-D0F716C2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프로토콜 어댑터와 비즈니스 로직을 분리한다.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4E623-9746-44C8-BB6C-0A7AD8A7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46734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426774-44AD-4038-A31D-AA954FC0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EF98E-215A-4307-BDD3-291B2A41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전체 아키텍처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D3102A-68EE-4552-91DB-1522518D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FA064-DB45-4740-952A-66B7E6AB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4B65A-E291-4248-B450-1FE96D9E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D9D86-3A9D-4248-86CB-3C027861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489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420AA-3CD5-483E-949E-47BDCDB3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70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BA7B8-379A-4AEE-8D35-988053D6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51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67C4B-4062-445F-AC31-DC5023DE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01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Client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HTTP·TCP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B915C-030A-4F36-98B2-91C25316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02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Adapter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FastAPI·Gateway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D4665-05CA-46BC-8670-24E582A0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F7CF6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03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Service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검증·idempotency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67F94-FDBC-49DA-9D5C-B78A1D5F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04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Controller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Mock·RWS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E2CBC-F5C7-4625-A6BF-951D8524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05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RAPID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상태·모션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71F77F-858C-44BC-82C4-F35F0F86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각 계층은 작은 계약으로 연결되고 독립 테스트된다.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AC4B2D-0354-4883-A986-AA0DE694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971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모션 안전 경계는 RAPID/컨트롤러에 남긴다.</a:t>
            </a:r>
          </a:p>
        </p:txBody>
      </p:sp>
    </p:spTree>
    <p:extLst>
      <p:ext uri="{BB962C8B-B14F-4D97-AF65-F5344CB8AC3E}">
        <p14:creationId xmlns:p14="http://schemas.microsoft.com/office/powerpoint/2010/main" val="10528754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2A6E9-3C46-4FB7-8F69-DEFBFB57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A9661-6E10-4D51-B800-CA22255F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프로젝트 폴더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E00F5-0361-4F4E-8800-3B30197B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F44E5-A3B2-4061-BE6F-451A8986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CB189-9DBC-485E-BA20-AA6264B6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TREE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AAEAE-12DA-49B8-B93B-D31CF5B8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03_Code 폴더를 프로젝트 루트로 사용한다.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D0281-5004-4640-A92E-C28D9FA0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4092E-F1BC-4D4F-9E65-19B02F6E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src/abb_bridge: 실행 코드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tests: 단위·API·loopback 통합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rapid: Socket/RWS mailbox 예제</a:t>
            </a:r>
          </a:p>
        </p:txBody>
      </p:sp>
    </p:spTree>
    <p:extLst>
      <p:ext uri="{BB962C8B-B14F-4D97-AF65-F5344CB8AC3E}">
        <p14:creationId xmlns:p14="http://schemas.microsoft.com/office/powerpoint/2010/main" val="14788148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696A2-CC14-46BA-9178-63FB83CF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C8F0B-91B8-43AB-9B40-75457493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설정은 환경에서 주입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1784E-BB68-40AA-BE95-4E4A5B11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5EAB9-A12B-49FA-A596-23388C15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1584C-5731-48E3-9AD3-FC36414E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70485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228600" tIns="190500" rIns="19050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class Settings(BaseSettings):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controller_mode: Literal["mock", "rws"] = "mock"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api_host: str = "127.0.0.1"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tcp_host: str = "127.0.0.1"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tcp_port: int = 9100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max_frame_bytes: int = 8192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rws_allow_writes: bool = False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ECBFF-130B-4AF3-A57E-1FA97C06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526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읽는 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312D1-4D58-4BDC-A187-39F1AA39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0030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안전한 기본값은 localhost+mock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비밀은 코드에 커밋 금지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실제 쓰기는 명시적 opt-in</a:t>
            </a:r>
          </a:p>
        </p:txBody>
      </p:sp>
    </p:spTree>
    <p:extLst>
      <p:ext uri="{BB962C8B-B14F-4D97-AF65-F5344CB8AC3E}">
        <p14:creationId xmlns:p14="http://schemas.microsoft.com/office/powerpoint/2010/main" val="21381834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361B3-70C7-431F-9C08-9826540B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2FE58-4168-4A78-A75B-92E9FAB8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Pydantic 모델이 경계를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8754F-A926-4CB5-B86E-9967D5AF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F313C-BBD0-4098-8E2A-2544FA4E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B9DEA-D142-456C-9D1E-21ECA9F1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70485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228600" tIns="190500" rIns="19050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class CommandRequest(BaseModel):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id: str = Field(min_length=1, max_length=64)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type: CommandType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payload: dict[str, JsonValue] = Field(default_factory=dict)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class CommandResult(BaseModel):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id: str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status: CommandStatus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detail: str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9D22E-8B9B-4CFF-82F2-46CB3E28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526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읽는 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B6FC65-E669-42BA-B452-7E54FE79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0030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입력 형태를 API 경계에서 거부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응답 스키마를 한곳에서 정의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OpenAPI 문서 자동 생성</a:t>
            </a:r>
          </a:p>
        </p:txBody>
      </p:sp>
    </p:spTree>
    <p:extLst>
      <p:ext uri="{BB962C8B-B14F-4D97-AF65-F5344CB8AC3E}">
        <p14:creationId xmlns:p14="http://schemas.microsoft.com/office/powerpoint/2010/main" val="5875893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A49DC-9AD3-466D-BEC9-E72FCFCF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94305-19B9-446D-943D-FF85AE44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TCP 프레임 파서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75437-F35B-4468-B17E-1390DF01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80915-61AC-422A-81B6-3E7898AE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7BFFF-A9D2-41EF-8228-CCD866F2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70485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228600" tIns="190500" rIns="19050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def decode_pipe(text: str) -&gt; CommandRequest:</a:t>
            </a:r>
          </a:p>
          <a:p xmlns:a="http://schemas.openxmlformats.org/drawingml/2006/main">
            <a:pPr algn="l">
              <a:defRPr sz="135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parts = text.split("|")</a:t>
            </a:r>
          </a:p>
          <a:p xmlns:a="http://schemas.openxmlformats.org/drawingml/2006/main">
            <a:pPr algn="l">
              <a:defRPr sz="135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verb = parts[0].upper()</a:t>
            </a:r>
          </a:p>
          <a:p xmlns:a="http://schemas.openxmlformats.org/drawingml/2006/main">
            <a:pPr algn="l">
              <a:defRPr sz="135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if verb == "PING" and len(parts) == 2:</a:t>
            </a:r>
          </a:p>
          <a:p xmlns:a="http://schemas.openxmlformats.org/drawingml/2006/main">
            <a:pPr algn="l">
              <a:defRPr sz="135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    return CommandRequest(id=parts[1], type="ping")</a:t>
            </a:r>
          </a:p>
          <a:p xmlns:a="http://schemas.openxmlformats.org/drawingml/2006/main">
            <a:pPr algn="l">
              <a:defRPr sz="135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if verb == "SET_DO" and len(parts) == 4:</a:t>
            </a:r>
          </a:p>
          <a:p xmlns:a="http://schemas.openxmlformats.org/drawingml/2006/main">
            <a:pPr algn="l">
              <a:defRPr sz="135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    is_on = parts[3] == "1"</a:t>
            </a:r>
          </a:p>
          <a:p xmlns:a="http://schemas.openxmlformats.org/drawingml/2006/main">
            <a:pPr algn="l">
              <a:defRPr sz="135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    return CommandRequest(</a:t>
            </a:r>
          </a:p>
          <a:p xmlns:a="http://schemas.openxmlformats.org/drawingml/2006/main">
            <a:pPr algn="l">
              <a:defRPr sz="135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        id=parts[1],</a:t>
            </a:r>
          </a:p>
          <a:p xmlns:a="http://schemas.openxmlformats.org/drawingml/2006/main">
            <a:pPr algn="l">
              <a:defRPr sz="135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        type="set_digital_output",</a:t>
            </a:r>
          </a:p>
          <a:p xmlns:a="http://schemas.openxmlformats.org/drawingml/2006/main">
            <a:pPr algn="l">
              <a:defRPr sz="135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        payload={"signal": parts[2], "value": is_on}</a:t>
            </a:r>
          </a:p>
          <a:p xmlns:a="http://schemas.openxmlformats.org/drawingml/2006/main">
            <a:pPr algn="l">
              <a:defRPr sz="135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    )</a:t>
            </a:r>
          </a:p>
          <a:p xmlns:a="http://schemas.openxmlformats.org/drawingml/2006/main">
            <a:pPr algn="l">
              <a:defRPr sz="135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raise ProtocolError("unsupported pipe frame")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F7E48-0DE1-43D8-A0E6-0F8F6C11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526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읽는 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61BC3-4BEC-4B69-94D9-CF62390E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0030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부분 frame은 gateway buffer에서 조립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필드 수·종류·길이 검증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오류 코드를 안정적으로 반환</a:t>
            </a:r>
          </a:p>
        </p:txBody>
      </p:sp>
    </p:spTree>
    <p:extLst>
      <p:ext uri="{BB962C8B-B14F-4D97-AF65-F5344CB8AC3E}">
        <p14:creationId xmlns:p14="http://schemas.microsoft.com/office/powerpoint/2010/main" val="5897825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58D58D-F36C-44E7-AB59-B4D26B87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6F00F-2CAF-4A5E-AD40-66A2D106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RAPID frame과 NDJSON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61AD9-B6CD-4369-B14C-A6B48BF6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461FA-2D29-4F62-B605-DC270879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D0886-6B5E-4762-BADE-0AAB94F2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2F76C7-2638-46EC-8FCD-21783963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Pipe + CRLF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64AB4-9F3F-44A8-AF26-50B363D5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NDJSON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1A937-B7E1-4F2B-9F2E-5FDDE754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RAPID 문자열 처리 단순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CMD|id|TYPE|payload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교육·현장 디버깅 쉬움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23280-5867-4D90-8C3C-2C3829C0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Python 도구와 구조화 데이터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한 줄에 JSON 객체 하나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같은 서비스 모델로 변환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ABFAB3-AD93-4D77-8603-6763562F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483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구분 기준을 먼저 정하면 구현 선택이 단순해진다.</a:t>
            </a:r>
          </a:p>
        </p:txBody>
      </p:sp>
    </p:spTree>
    <p:extLst>
      <p:ext uri="{BB962C8B-B14F-4D97-AF65-F5344CB8AC3E}">
        <p14:creationId xmlns:p14="http://schemas.microsoft.com/office/powerpoint/2010/main" val="7467515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6D258-D7B7-40E7-A4B6-FBBDE1F9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57BA3-ACC4-4C5B-818F-6912BF52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MockController가 먼저인 이유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A1688-0C8E-4ACB-A473-F50AA6EA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3A1E1-FE90-457B-8678-7526DF69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EF8BD-E45F-4F1A-93BE-CCD0E2BC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MOCK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E313A-BB60-4167-B845-BA91A6C0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실제 로봇 없이 계약과 실패 경로를 반복 검증한다.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D1DB5-FDAA-4A53-9A41-7341412D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86F9A-3D33-4FD5-9AEF-4CA35952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ping/status/start/stop 결과 시뮬레이션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지연·실패·중복 요청 테스트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CI에서 재현 가능한 실행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36753-B3FF-49DF-A28E-474F81FA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5310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rPr>
              <a:t>Mock 성공이 실제 모션 안전을 보장하지는 않는다.</a:t>
            </a:r>
          </a:p>
        </p:txBody>
      </p:sp>
    </p:spTree>
    <p:extLst>
      <p:ext uri="{BB962C8B-B14F-4D97-AF65-F5344CB8AC3E}">
        <p14:creationId xmlns:p14="http://schemas.microsoft.com/office/powerpoint/2010/main" val="8168520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DD388E-3E99-49A3-BE5D-0D1A7887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14338-F5E2-41C1-8F01-8D9123A2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BridgeService와 idempotency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E978E3-C291-4544-BB3A-21EFA331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C5D7F-5DCD-4535-9CE5-B91DA50A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54DB9-CBFC-4C76-B737-2B154E94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70485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228600" tIns="190500" rIns="19050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async def submit(self, command):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cached = self._results.get(command.id)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if cached is not None: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    return cached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result = await self._controller.execute(command)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self._results[command.id] = result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return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C6637-7C23-4BE2-8D63-9F8F6A70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526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읽는 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80196-4EF8-41B5-A5DF-E51431D5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0030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같은 id는 같은 결과를 반환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전송 재시도와 실행 중복 분리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운영에서는 영속 저장·만료 필요</a:t>
            </a:r>
          </a:p>
        </p:txBody>
      </p:sp>
    </p:spTree>
    <p:extLst>
      <p:ext uri="{BB962C8B-B14F-4D97-AF65-F5344CB8AC3E}">
        <p14:creationId xmlns:p14="http://schemas.microsoft.com/office/powerpoint/2010/main" val="15267434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3CB1F2-701B-4CE4-B083-CF2E4DA7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C56BC-7ED8-4B0C-97B3-6F2F1C9B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명령 상태 수명주기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139397-B0C3-455F-B9E2-2E41EC6F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F7D2B-4E45-4BDE-8967-3C17DF36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1E8FC-2669-495A-AFCA-5F30378E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11DCB-6A04-4087-AE6D-3269E4E2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489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861FA-C9D1-4B8D-A45E-D64C9B13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70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9DAEC-0ECB-4689-83C0-8940FF8E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51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71386-C04A-45FA-ACA8-7FE27811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01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ACCEPTED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형식 통과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94FD7-0B63-46D8-BAA6-4A5B4DB2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02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QUEUED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처리 대기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8C3D8-A263-473A-9FF6-2A5CA664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03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RUNNING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controller 실행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65848-BF63-435B-A932-ECC503A5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F7CF6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04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DONE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결과 보관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BE6443-1E83-4BC9-AE2F-144F33BA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05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FAILED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오류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86C740-B496-4D8C-827E-C0C2B197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HTTP 202와 작업 완료는 같은 뜻이 아니다.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D9F606-53B5-4225-8E2D-6CA20D2D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971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클라이언트는 command id로 후속 상태를 조회한다.</a:t>
            </a:r>
          </a:p>
        </p:txBody>
      </p:sp>
    </p:spTree>
    <p:extLst>
      <p:ext uri="{BB962C8B-B14F-4D97-AF65-F5344CB8AC3E}">
        <p14:creationId xmlns:p14="http://schemas.microsoft.com/office/powerpoint/2010/main" val="17192494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3FC18-DB5E-41A8-B364-6E0ABE5B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C0FC9-5D82-4616-8AFD-593A991A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asyncio TCP Gateway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332DB-48F7-4DD5-B538-402F0A07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F1684-D743-4529-B039-515DE044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87EA9-9042-44AE-A8A7-4553EAF0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70485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228600" tIns="190500" rIns="19050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async def handle(reader, writer):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while not reader.at_eof():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    raw = await reader.readline()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    if len(raw) &gt; settings.max_frame_bytes: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        raise ProtocolError("FRAME_TOO_LARGE")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    command = parse_frame(raw.decode("ascii"))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    result = await service.submit(command)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    writer.write(format_result(result))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    await writer.drain()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28BFD8-2124-499D-93F6-7C49E138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526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읽는 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0B4C7-3159-436E-AD68-36A83DD0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0030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readline은 delimiter framing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크기 제한으로 메모리 방어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drain으로 backpressure 반영</a:t>
            </a:r>
          </a:p>
        </p:txBody>
      </p:sp>
    </p:spTree>
    <p:extLst>
      <p:ext uri="{BB962C8B-B14F-4D97-AF65-F5344CB8AC3E}">
        <p14:creationId xmlns:p14="http://schemas.microsoft.com/office/powerpoint/2010/main" val="15174768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E9964-6CEA-46A3-9F9A-F49EF0C1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E4797-382C-4134-BD6D-A9CD27F6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동시성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CD8EC-91E3-43F3-A96C-824FD169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918B6-F5FE-47D6-8D5E-CB024C2A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81B41-576B-4D7E-874A-D80637D3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ASYNC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64A83-90F6-46A4-968A-BFB1C9D8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비동기는 기다리는 동안 다른 연결을 처리하게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3A6D5-7956-4CFD-B736-7C91B888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0C500-71DA-4928-AA7B-1D077895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네트워크 I/O에 적합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CPU 작업은 event loop를 막지 않게 분리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컨트롤러 명령은 lock/queue로 직렬화 가능</a:t>
            </a:r>
          </a:p>
        </p:txBody>
      </p:sp>
    </p:spTree>
    <p:extLst>
      <p:ext uri="{BB962C8B-B14F-4D97-AF65-F5344CB8AC3E}">
        <p14:creationId xmlns:p14="http://schemas.microsoft.com/office/powerpoint/2010/main" val="15389393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E2705-D28C-494E-A8F9-2BC192D6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842130-20C5-4AB1-B08F-BC6FCE5A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FastAPI 수명주기에서 Gateway 시작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8B66B-F2E5-4FB2-82CD-21928BAB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12F00-9C39-4414-AF9D-27269A6E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CE78B-7318-4CDF-90F3-A5A6BE69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70485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228600" tIns="190500" rIns="19050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@asynccontextmanager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async def lifespan(app: FastAPI):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gateway = SocketGateway(service, settings)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await gateway.start()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app.state.gateway = gateway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yield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await gateway.stop()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app = FastAPI(lifespan=lifespan)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977E3-E5C8-4BC9-9B79-3E09139C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526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읽는 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E704D-5AFE-41E5-BF33-46E4B5D5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0030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HTTP와 TCP가 함께 시작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종료 시 listener와 task 정리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테스트에서 수명주기 검증</a:t>
            </a:r>
          </a:p>
        </p:txBody>
      </p:sp>
    </p:spTree>
    <p:extLst>
      <p:ext uri="{BB962C8B-B14F-4D97-AF65-F5344CB8AC3E}">
        <p14:creationId xmlns:p14="http://schemas.microsoft.com/office/powerpoint/2010/main" val="16785443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E6BA0-5500-41DB-A36C-E3234073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B5560-B986-4747-A6CB-A64AC678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HTTP 엔드포인트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833F6-5CE1-4DD1-85FE-70740A20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474B3-F71C-45FE-8FC6-3018573A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9067F-8C09-4DBB-8B9A-EA603855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70485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228600" tIns="190500" rIns="19050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@app.post("/v1/commands", status_code=202)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async def submit(command: CommandRequest) -&gt; CommandResult: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return await service.submit(command)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@app.get("/v1/status")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async def status() -&gt; StatusResponse: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return await service.status()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E1ACB-E8E9-4D70-A3F4-28FFED24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526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읽는 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953B9-76EC-4919-8D4A-D9710B48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0030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명령 제출과 상태 조회 분리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응답 모델과 상태 코드 명시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/healthz는 process health</a:t>
            </a:r>
          </a:p>
        </p:txBody>
      </p:sp>
    </p:spTree>
    <p:extLst>
      <p:ext uri="{BB962C8B-B14F-4D97-AF65-F5344CB8AC3E}">
        <p14:creationId xmlns:p14="http://schemas.microsoft.com/office/powerpoint/2010/main" val="12259130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DC8770-4779-426C-B54E-1AC5FE08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1C76B-7BC7-4E0B-802A-FD4F0700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API 인증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48EFF-455A-4DF8-A7D8-0FE9D361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D75D8-9FD0-440F-A283-0AD9E8EA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2F892-44D9-4776-A62E-8A314284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TOKEN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C3F12-D7AE-46D6-B045-4A966D7B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Tailnet 안에 있다는 사실만으로 애플리케이션 권한을 생략하지 않는다.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ADAB1-F9B9-459C-9FF3-11E4850B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ADB35-1E4D-41B4-B1D2-9444A1FF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Authorization bearer 또는 mTLS 고려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비밀은 환경·secret store에서 주입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로그에 token·password 기록 금지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C7732-FD38-4247-A0B1-FE51699E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5310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rPr>
              <a:t>교육 프로젝트의 단순 토큰은 운영용 IAM이 아니다.</a:t>
            </a:r>
          </a:p>
        </p:txBody>
      </p:sp>
    </p:spTree>
    <p:extLst>
      <p:ext uri="{BB962C8B-B14F-4D97-AF65-F5344CB8AC3E}">
        <p14:creationId xmlns:p14="http://schemas.microsoft.com/office/powerpoint/2010/main" val="1724816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7B9234-9AFC-4AF6-BAAC-A6FEBACB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19037-3E41-4F87-BD99-B9CEABE9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테스트 피라미드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2F8E8-7541-4FAD-BC16-25117A98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6E161-5001-4D44-9BEC-134BCE77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04FBD-979C-49D8-9E9F-3927D45E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10287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0121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14776-62EE-4CC3-B4F4-3FA6B76E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833D6-59AB-4629-A951-9938C775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4317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많이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8F980-308B-45D3-B0D0-6CC6BC82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Unit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D0DD26-DBE6-4F6B-8B89-D5275021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parser·service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82F7CD-7D81-4666-9DBE-B2CA4D52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089A97-EFCF-44AA-9CEF-603A5BAB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4317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중간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BD535-D6D3-4268-82B6-213EB8C0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733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Component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0C83C0-86AF-4A82-8F78-AFD4157C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238625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FastAPI·RWS client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35A622-07A3-4880-B1EE-AFECB210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0C108E-58EA-4EE1-A76C-EE5C44B8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4317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적게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15BF1A-76D8-46FA-8DAC-E93DA738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33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Loopback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42FA69-CB45-45A3-A8DD-FCE3432A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238625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실제 TCP listener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9C1A91-EF4B-4F6F-90BD-25D85BC4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50372E-2147-45D1-86BF-4175EACF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54317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승격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99A23F-5F7C-405E-8E42-A5AB1BF3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733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VC/Robot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5809A3-A6A4-4FED-ADD0-E26BD697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238625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승인 환경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D902B1-AB98-41DB-ABD6-BFC354E5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낮은 비용 테스트로 빠르게 실패시키고 실제 장비 테스트는 통제한다.</a:t>
            </a:r>
          </a:p>
        </p:txBody>
      </p:sp>
    </p:spTree>
    <p:extLst>
      <p:ext uri="{BB962C8B-B14F-4D97-AF65-F5344CB8AC3E}">
        <p14:creationId xmlns:p14="http://schemas.microsoft.com/office/powerpoint/2010/main" val="122960544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B2C48-7270-49D4-9572-1BF9F7ED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35B4E-698B-463B-9B2D-CF1626B2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Protocol 단위 테스트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F6881-11B2-4C01-831B-8A647B4F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2D5BE-F91D-4D26-ABFF-911572F2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5162B-27C9-4987-B40D-C3B9219F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70485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228600" tIns="190500" rIns="19050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def test_split_and_merge():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buffer = FrameBuffer(max_bytes=8192)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assert buffer.feed(b"CMD|a|PI") == []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frames = buffer.feed(b"NG\r\nCMD|b|STATUS\r\n")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assert frames == ["CMD|a|PING", "CMD|b|STATUS"]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41CEA-3D73-42DB-94E1-7A793AC0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526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읽는 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E6C44-FE52-4F64-9C6B-371A81D7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0030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TCP 분할·합쳐짐 재현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외부 네트워크 없이 빠름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프레임 경계 버그 예방</a:t>
            </a:r>
          </a:p>
        </p:txBody>
      </p:sp>
    </p:spTree>
    <p:extLst>
      <p:ext uri="{BB962C8B-B14F-4D97-AF65-F5344CB8AC3E}">
        <p14:creationId xmlns:p14="http://schemas.microsoft.com/office/powerpoint/2010/main" val="11200133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DF906-D88A-4D91-936E-C441CB0C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8CF85-63F8-4973-B042-5BEBCFC0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FastAPI 테스트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E4CAC-648D-44BF-9C48-374A5016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F6E6C-F70D-4123-A712-BEDA04B5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EC70F-2C96-4183-B3A9-7EDE256F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70485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228600" tIns="190500" rIns="19050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def test_submit_ping(client):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response = client.post(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    "/v1/commands",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    json={"id":"cmd-1","type":"ping"}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)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assert response.status_code == 202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assert response.json()["status"] == "done"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CA6760-C192-4207-824A-9B0EE936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526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읽는 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E8D7A-FDBC-457D-AB15-40FC07EC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0030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HTTP 계약 검증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MockController로 결정적 결과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실패 응답도 별도 테스트</a:t>
            </a:r>
          </a:p>
        </p:txBody>
      </p:sp>
    </p:spTree>
    <p:extLst>
      <p:ext uri="{BB962C8B-B14F-4D97-AF65-F5344CB8AC3E}">
        <p14:creationId xmlns:p14="http://schemas.microsoft.com/office/powerpoint/2010/main" val="18029895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006A1-1B38-4DAC-BE76-39762E01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7FF80-D0A5-4924-9647-69728930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Loopback TCP 테스트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08977-2CFF-40FF-A8E6-6102E8FB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58B35-CC65-4B8A-A16D-E67A57C3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06495-82D3-499B-9752-D62AEC43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70485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228600" tIns="190500" rIns="19050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server = await asyncio.start_server(handle, "127.0.0.1", 0)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reader, writer = await asyncio.open_connection(*server.sockets[0].getsockname())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writer.write(b"CMD|tcp-1|PING\r\n")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await writer.drain()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assert await reader.readline() == b"DONE|tcp-1|OK\r\n"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38158-8EBD-48E4-A96C-7C49FFC4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526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읽는 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29514-D424-40CE-94D6-B886B0C7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0030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실제 socket과 event loop 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고정 port 충돌 없이 OS 할당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listener cleanup까지 검증</a:t>
            </a:r>
          </a:p>
        </p:txBody>
      </p:sp>
    </p:spTree>
    <p:extLst>
      <p:ext uri="{BB962C8B-B14F-4D97-AF65-F5344CB8AC3E}">
        <p14:creationId xmlns:p14="http://schemas.microsoft.com/office/powerpoint/2010/main" val="33385202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9C9115-687A-4A5E-93C0-4C7E0A00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5380F-2D5D-4FBB-8541-D29C4041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RWS client 버전 전략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141F6-E1DE-455B-A4EC-92AC781A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BDE8E-7826-4817-A233-2CD161B8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05E49-D281-49CA-A31C-A87E232D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E11D8-6A17-42FB-9263-19886F3D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Read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65C78B-6CFA-46E8-903B-054B6878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Write later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EF36CC-608E-4961-97DE-8A8B7A4B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system/version·task state 조회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Accept header와 response schema 테스트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TLS 인증서 검증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A6D21-49F8-4EEE-81AD-E9A588D9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명시적 write_enabled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권한·mastership·mode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audit log와 rollback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BA47C-2B8B-4247-8F12-D134832A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483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실제 컨트롤러 쓰기는 환경 설정만으로 우연히 켜지지 않게 한다.</a:t>
            </a:r>
          </a:p>
        </p:txBody>
      </p:sp>
    </p:spTree>
    <p:extLst>
      <p:ext uri="{BB962C8B-B14F-4D97-AF65-F5344CB8AC3E}">
        <p14:creationId xmlns:p14="http://schemas.microsoft.com/office/powerpoint/2010/main" val="161817886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1CB47-66B0-473A-90C0-C17D7142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4DACB-EE34-4F2E-939D-8FE4D244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RWS Mailbox 패턴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B7063-CAB1-4F7B-AC9E-371E976C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7A0F5-43F2-483E-B55F-6FFA30CA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933B5-8A2C-4AB1-B06E-E45A74AF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MAILBOX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18ECC-4C7E-4436-A555-5850F009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서버가 RAPID persistent data에 명령과 id를 쓰고 상태를 읽는다.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A72D0-1742-4EAD-806C-B222032A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84FD8D-8C2F-4E37-983E-7B573B39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PERS command_id·command_type·payload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RAPID가 new flag를 보고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result/status와 완료 id를 반환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B32F39-2818-44DA-AB9A-1087672C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5310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rPr>
              <a:t>동시 쓰기와 중간 상태를 version/sequence로 보호한다.</a:t>
            </a:r>
          </a:p>
        </p:txBody>
      </p:sp>
    </p:spTree>
    <p:extLst>
      <p:ext uri="{BB962C8B-B14F-4D97-AF65-F5344CB8AC3E}">
        <p14:creationId xmlns:p14="http://schemas.microsoft.com/office/powerpoint/2010/main" val="76998956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48ECDF-FD75-49EF-9D00-AB4B98DE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54769-6708-4E3B-B05B-86CEC794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Mailbox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CCC19-38E3-4553-91ED-DFB0102F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71D82-B17F-4AF8-90A5-E9DC32ED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0FBB6-F009-4F04-9D9B-C44A9997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D7D37-E45D-4D56-A804-6ECF1F27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489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E62F8-3608-449E-80D1-343F81E7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70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59CBE-ECE2-4B08-B760-CFADBFD3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51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42A12-1998-4E9A-A40E-F1A10F56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01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POST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command 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91F83-489E-4942-A1DC-D3C8F587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02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RWS Write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PERS+flag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2647BF-3FD6-4BF4-9890-A6BC65AC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F7CF6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03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RAPID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validate+execute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C9DE5-FA7D-4341-8F1E-A95CA4F5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04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RWS Read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status/result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97D018-27F8-4E4A-95D2-ED652164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05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Client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final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9F650B-EAAF-4020-AE8C-84CEA7BE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서버 수락과 로봇 완료를 별도 단계로 추적한다.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091403-2760-4005-ABE6-4A220994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971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poll interval·deadline·중복 id 규칙을 문서화한다.</a:t>
            </a:r>
          </a:p>
        </p:txBody>
      </p:sp>
    </p:spTree>
    <p:extLst>
      <p:ext uri="{BB962C8B-B14F-4D97-AF65-F5344CB8AC3E}">
        <p14:creationId xmlns:p14="http://schemas.microsoft.com/office/powerpoint/2010/main" val="24004595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C01BB-4231-4096-917A-E19E10D0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D7EEF-4135-4E05-909C-FBD6DBFB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RAPID Socket client 골격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BEE3F-40CD-4487-932B-DD9D59A7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6A228-D5E4-4C07-ADA4-D9C87D1B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41D08-55AA-499B-ABB3-E561FFCB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70485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228600" tIns="190500" rIns="19050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SocketCreate client;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SocketConnect client, serverIp, 9100;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SocketSend client \Str:="PING|r-1\0D\0A";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SocketReceive client \Str:=rx \Time:=2;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IF StrFind(rx,1,"OK|r-1|completed|") = 1 THEN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TPWrite "Server OK";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ENDIF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SocketClose client;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5F641-43AD-4C11-A6C5-0D626608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526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읽는 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BA75F-1E12-462E-BEEB-8AC28CCA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0030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create→connect→send→receive→close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프레임 종료와 timeout 일치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오류 시 재연결 backoff</a:t>
            </a:r>
          </a:p>
        </p:txBody>
      </p:sp>
    </p:spTree>
    <p:extLst>
      <p:ext uri="{BB962C8B-B14F-4D97-AF65-F5344CB8AC3E}">
        <p14:creationId xmlns:p14="http://schemas.microsoft.com/office/powerpoint/2010/main" val="204080606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E6C22-C661-46EC-AEEF-84FF9783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BD8FB-C74A-4D38-9536-2E50142D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Socket end-to-end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1130D-1687-4D6D-B2F1-64BFD2C6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F4C92-1648-4BB3-884B-389B80CC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CDDBA-A7E6-487D-AAC3-4DDE8E16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3D151-4120-4C84-A529-64884ED1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489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F76B8-F932-4E33-9153-548BA20D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70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DFE8D-3A37-43A9-981D-3DD30474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51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8A6B76-FE9F-4333-95BE-2A67A264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01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RAPID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CMD frame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10E85-4EB3-471B-B5C0-4264F4D5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02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Gateway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parse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BBA24-2C16-4F5C-87DA-D021587A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F7CF6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03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Service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deduplicate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280F9-5EF3-4B04-9A31-0E6EC9BE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04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Controller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Mock/RWS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9819DB-10B0-4648-81EE-41057B78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05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RAPID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DONE/ERR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5DBDE7-99E5-448B-AD99-F705F85D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한 command id가 로그의 모든 계층을 관통한다.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C41960-0D4B-4BFD-AA0C-12C5B5DD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971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연결 재시도와 명령 재시도는 별도 정책이다.</a:t>
            </a:r>
          </a:p>
        </p:txBody>
      </p:sp>
    </p:spTree>
    <p:extLst>
      <p:ext uri="{BB962C8B-B14F-4D97-AF65-F5344CB8AC3E}">
        <p14:creationId xmlns:p14="http://schemas.microsoft.com/office/powerpoint/2010/main" val="182995384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969C25-8FED-44DC-8688-F7EB4695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24411-1136-47CA-8BD1-A759339D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실패 시나리오를 먼저 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21145-7E0D-4540-B7E2-994F4FE2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466EB-8278-412B-A13C-0991D8B7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979B9-66E5-46D3-BCDD-E3193C4C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8F7AF-BDAB-407F-8AB2-01517024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Transport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9B8C0-77CF-4AB5-93E8-6BDBE45E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Domain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B4ABA-C667-41A6-BFED-7BC9E0A6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connect refused·timeout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EOF·broken pipe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frame too large·bad encoding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C33DF-788D-4D80-B589-482701BE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robot not ready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duplicate/unknown command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motion or I/O fault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01F66-AEFF-42DC-8C29-9CA9FADE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483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오류 코드는 사용자 행동과 운영 복구에 연결되어야 한다.</a:t>
            </a:r>
          </a:p>
        </p:txBody>
      </p:sp>
    </p:spTree>
    <p:extLst>
      <p:ext uri="{BB962C8B-B14F-4D97-AF65-F5344CB8AC3E}">
        <p14:creationId xmlns:p14="http://schemas.microsoft.com/office/powerpoint/2010/main" val="8813289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01C2E1-2DE2-4894-AD1C-74CFABEF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30CE1-8C2B-4552-94DF-D422C728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구조화 로그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BE2C7-891C-4DC1-B1B6-A7CD4BBC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224C6-10A4-47B5-B981-A9C3143E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C8FB4-F23F-4A3E-BB3F-BFEA9DAD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LOG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CFABB-F2C0-4088-937C-6571022C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한 줄로 누가·무엇을·어디까지 했는지 복원한다.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0C8BA-209C-4547-B494-A729D44F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46631-1CD4-4373-B5C1-F812ED1B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timestamp, command_id, client, transport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state transition, latency_ms, result_code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비밀·민감 payload는 마스킹</a:t>
            </a:r>
          </a:p>
        </p:txBody>
      </p:sp>
    </p:spTree>
    <p:extLst>
      <p:ext uri="{BB962C8B-B14F-4D97-AF65-F5344CB8AC3E}">
        <p14:creationId xmlns:p14="http://schemas.microsoft.com/office/powerpoint/2010/main" val="179478451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E9B89-7FCC-4349-B5B6-9E6066AE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BB4CF-522B-48E3-9F59-50E6D671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관측 지표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818DB-4DB6-4F79-AAE2-81A3FB53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4C2B2-EC05-45A7-9ACC-A2585F94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87586-9351-48D9-B236-1F965D20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METRICS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871EF-B93A-4491-A114-4BD9EF98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성공률만 보면 지연과 적체를 놓친다.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0761E-DFA6-448D-B030-94249C91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CE68D-629F-4F1F-8392-D1CB305E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request rate·error rate·latency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active connections·queue depth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robot state age·last heartbeat</a:t>
            </a:r>
          </a:p>
        </p:txBody>
      </p:sp>
    </p:spTree>
    <p:extLst>
      <p:ext uri="{BB962C8B-B14F-4D97-AF65-F5344CB8AC3E}">
        <p14:creationId xmlns:p14="http://schemas.microsoft.com/office/powerpoint/2010/main" val="26641248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32AE76-C002-411E-A9EB-CF9363A4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831B3-1633-4C98-B983-3E81D400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보안은 여러 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BC5B5-C42B-431F-802E-C896BF6D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13BDC-7F87-48EA-9CA4-8AD734BA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A21BE-03B0-4E6C-AB4B-4D90AB4E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C7603-ED42-4B74-8EE7-ECA3ED18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489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2CC83-2F5D-4A6A-9172-153CEF20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70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5A1A6E-2F77-4D93-AC47-F162DAF3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515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7B3862-A5A7-42A5-A95F-5AEB5D24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01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Tailnet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device identity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61E70-A105-452F-8C07-419A89F5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02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Grants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port access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E25EF-CBEA-48F4-B52A-56853AFE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03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TLS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server identity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06ED0-3DBA-4A80-8B2F-B4998B2F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04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API Auth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user/client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32B51D-B66B-4437-866A-82AC11F8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2419350"/>
            <a:ext cx="188976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F7CF6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05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RAPID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command allowlist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DDE6E-8CAF-48ED-A7F1-C2E1CE65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한 겹이 실패해도 다음 겹이 위험 명령을 막게 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1381B7-6BD4-46B2-A935-8404E25D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971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최소 권한·읽기 우선·쓰기 opt-in이 기본값이다.</a:t>
            </a:r>
          </a:p>
        </p:txBody>
      </p:sp>
    </p:spTree>
    <p:extLst>
      <p:ext uri="{BB962C8B-B14F-4D97-AF65-F5344CB8AC3E}">
        <p14:creationId xmlns:p14="http://schemas.microsoft.com/office/powerpoint/2010/main" val="54802727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F8ABA-D28D-40C4-AF45-8963BB10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1ECE7-D5BF-4CC7-ACEF-5D2941BB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실행 명령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6B5B8-6226-4D47-92B7-1D2491DF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B2CC9-465A-4C7D-9823-93483717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DFBCB-BCA4-44E8-AE5B-6F6D253A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70485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228600" tIns="190500" rIns="19050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cd 03_Code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uv sync --all-groups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uv run pytest -q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uv run ruff check .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uv run python -m abb_bridge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# 다른 터미널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uv run python scripts/http_client.py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uv run python scripts/tcp_client.py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B72A3-0B37-422E-9763-280F7798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526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읽는 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73278-EA71-48F6-A0F4-32903833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0030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첫 실행은 mock mode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localhost에서 테스트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통과 후 VC/Tailscale로 승격</a:t>
            </a:r>
          </a:p>
        </p:txBody>
      </p:sp>
    </p:spTree>
    <p:extLst>
      <p:ext uri="{BB962C8B-B14F-4D97-AF65-F5344CB8AC3E}">
        <p14:creationId xmlns:p14="http://schemas.microsoft.com/office/powerpoint/2010/main" val="153384573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554488-5591-4D2E-B417-F9ED78F1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DE3FC-0F87-4A8E-9A67-F1E245E1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Virtual Controller 통합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5800F-663D-47E1-BA1C-CCF827BC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7CA8D-58F2-4B8E-9006-7C2AB46C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C7A76-51EF-4B55-8405-92ECA123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10287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0121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172AA-9242-4A5B-ACE0-1FD70A45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B12D4-A879-469B-8F59-EBE48E3B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4317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1BABB-7E41-499F-BDD7-04280DE0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Build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68DD44-A815-46BF-8121-AB1EEC2F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RAPID module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8C6A5-6571-4D97-AFA2-32F595A1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4F3862-8B99-421F-A11D-B6C47000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4317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0EA4B-EAF7-426E-96BE-11975F8F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733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Start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1B2EC1-1FD4-40D2-A924-6BD269F1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238625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Python mock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207657-67B0-4EFA-970D-0ED3907F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A99878-C31F-4A0F-A1C2-47D5F2E6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4317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07D1B6-4B83-46CF-AC9A-4E8C20B0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33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Connect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679A89-0281-4C99-A317-3648B3F3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238625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VC socket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E37CE8-9675-4491-8451-AB2B950F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0A55BD-2BCA-45A0-B1E8-547E94F0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54317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658A67-E16D-4743-916A-1E4C75BB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733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Observe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CBC797-27A6-4FC8-B434-E2EC7593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238625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id·status·logs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8750DA-C5D5-42F1-A773-EE6E1FF9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모션 명령 없이 PING/STATUS부터 검증한다.</a:t>
            </a:r>
          </a:p>
        </p:txBody>
      </p:sp>
    </p:spTree>
    <p:extLst>
      <p:ext uri="{BB962C8B-B14F-4D97-AF65-F5344CB8AC3E}">
        <p14:creationId xmlns:p14="http://schemas.microsoft.com/office/powerpoint/2010/main" val="23255857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92C491-D53F-458E-8C06-391EBE5B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E4BE1-6EE7-4F51-98CE-F66A3C45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Tailscale 배포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EDB0A-6FCD-4640-9DC5-53E79B62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28960-D536-41FE-9770-B7A9DE50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EE0B0-AB9D-4964-B3BD-77EEB604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10287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0121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5A60B-2626-4247-BA1F-90DBBF07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209EC-C9D4-445A-9221-54349BD9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4317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DBCB6-F44B-4416-879C-F15A3E55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Nodes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D418F-914B-4642-B495-79CAD6C1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노트북·gateway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68DFB1-D4EB-42B0-86FA-828231EF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830D80-52CE-4FCC-A7C5-E954EC3A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4317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0C080-BDB2-4B47-B2DD-B8EF69C5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733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Route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B691ED-06F3-41CA-BC02-6830B028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238625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robot subnet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6F1362-1771-4D2D-B701-D2BC7D34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0187FA-62D9-4D77-B377-F50A571B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4317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0B6D1B-13B6-4898-88DF-107B5409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33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Grants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D850F7-14FE-4A0E-9A2D-2AF25D0A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238625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8000/9100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9ECEBF-E377-46A8-96DB-8317EEF3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6F975E-29E7-4C46-B7DE-20FD2330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54317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5AF306-8858-4E71-940F-5C471D06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733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12795E-B0CC-4586-BCE4-3DE31A6E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238625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layer ladder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73C5DD-A6BE-470E-8A87-C9405F04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MagicDNS 또는 고정 Tailscale 이름을 사용하고 실제 로봇 포트는 최소화한다.</a:t>
            </a:r>
          </a:p>
        </p:txBody>
      </p:sp>
    </p:spTree>
    <p:extLst>
      <p:ext uri="{BB962C8B-B14F-4D97-AF65-F5344CB8AC3E}">
        <p14:creationId xmlns:p14="http://schemas.microsoft.com/office/powerpoint/2010/main" val="155025563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D457FD-EB14-4513-8CF6-5A9B31E1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B657B-33FD-4766-B3E0-FDEAB63D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장애 진단 runbook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11B1C-9758-4B1B-B47F-4E1A469F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D264D-DFBE-4613-A22C-772ADAE2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33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bb73ba5de450a"/>
          <a:srcRect xmlns:a="http://schemas.openxmlformats.org/drawingml/2006/main" l="5027" t="0" r="50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581150"/>
            <a:ext cx="6667500" cy="4171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12A48-0AA8-4010-8C0B-7AD3B61A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14500"/>
            <a:ext cx="371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증상 대신</a:t>
            </a:r>
          </a:p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증거를 수집한다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FDA0E-C4FA-43BF-8BB7-B13A4C52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81300"/>
            <a:ext cx="37147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process/listener/route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TLS/auth/frame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service/RAPID state</a:t>
            </a:r>
          </a:p>
        </p:txBody>
      </p:sp>
    </p:spTree>
    <p:extLst>
      <p:ext uri="{BB962C8B-B14F-4D97-AF65-F5344CB8AC3E}">
        <p14:creationId xmlns:p14="http://schemas.microsoft.com/office/powerpoint/2010/main" val="152998043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77007A-4F98-4D52-9CE0-51A87E56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1F2D2-1E54-44F8-A386-A38BCE8C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EGM은 별도 선택지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921B11-6131-40B1-8029-4117AF73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7BD71-9532-45BD-8122-65DD774F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214FE-BE37-40A1-92CA-E8DE4A24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70759-90B2-4267-8D6E-C8E7C18F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RWS / Socket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CDB76-2002-4E77-A1ED-1B374A74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EGM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4CF3C-FB2B-4AA9-AEC0-E6566605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감독·명령·상태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상대적으로 낮은 빈도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명확한 업무 메시지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9A599-AF92-4F0A-A953-3F22D7CD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UDP·protobuf 기반 외부 가이드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고주기 motion correction 용도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옵션·안전·성능 설계 필요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8E52EB-ED45-423E-8B36-7927AF3E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483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일반 Python API 서버를 실시간 모션 제어기로 오해하지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70569916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C241B-002F-48FE-8C6C-1E434603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0AC05-3703-4B5B-85F6-8857C23A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운영 전 보강할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78C2C-197D-483A-9924-4475A9BA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B749E3-2DB9-4A56-8BE9-4B917F47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52FF7-D285-46EC-BB14-A5C88E08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PROD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11E22-4FFE-448D-A817-9133A9EA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교육용 코드를 생산 환경으로 승격하려면 추가 설계가 필요하다.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FCAE7-AF4E-438D-B2B0-088F0DDC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AB9F7-D0AB-4792-86D5-B12C2B55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영속 command store·HA·queue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실제 IAM·certificate rotation·audit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rate limit·backpressure·deployment rollback</a:t>
            </a:r>
          </a:p>
        </p:txBody>
      </p:sp>
    </p:spTree>
    <p:extLst>
      <p:ext uri="{BB962C8B-B14F-4D97-AF65-F5344CB8AC3E}">
        <p14:creationId xmlns:p14="http://schemas.microsoft.com/office/powerpoint/2010/main" val="35246407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90D99-6484-4331-A952-7A39E4A9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C8190-60E7-4E1D-8C8D-EDB3EEE7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백업과 롤백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76723-78AB-468D-A74B-28832232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EEB2E-1C45-4807-A582-9E050F33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163FD-D660-40D6-84E8-F5CFF42C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6DEFC-9967-470C-914C-4D573A96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코드만 되돌려도 controller state가 되돌아가는 것은 아니다.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26F58-F1E1-4ADA-A3DD-635E85C6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02EB1-8014-40E4-ADD0-3B4C0F40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RobotStudio station·controller backup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서버 config·secret version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RAPID/module와 API contract 버전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64839-9F67-43E6-B17B-1C8B03A8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5310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rPr>
              <a:t>배포 전 복구 시간을 실제로 측정한다.</a:t>
            </a:r>
          </a:p>
        </p:txBody>
      </p:sp>
    </p:spTree>
    <p:extLst>
      <p:ext uri="{BB962C8B-B14F-4D97-AF65-F5344CB8AC3E}">
        <p14:creationId xmlns:p14="http://schemas.microsoft.com/office/powerpoint/2010/main" val="138339887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73147-5809-4DC3-8D49-ADCF7DC9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52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DFB39-3540-4B9B-A54E-538DA415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CHECK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64843-3DDF-450A-8F9F-2DCDDC7F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66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왜 HTTP와 TCP Gateway가 같은 BridgeService를 써야 하나요?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67B45-6C8C-4A39-9ABA-46EF8A86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33750"/>
            <a:ext cx="9048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A90BC4-5477-41BE-9D88-DBF16FF6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0"/>
            <a:ext cx="8572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노트에 답을 적고, 다음 장으로 가기 전에 이유를 말해 보세요.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38008-3EF8-49C7-B168-341D6C86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00625"/>
            <a:ext cx="80391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14300" tIns="76200" rIns="114300" bIns="57150" anchor="ctr">
            <a:normAutofit fontScale="85846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검증·idempotency·상태 전이·controller 계약을 한곳에서 일관되게 적용하기 위해서다.</a:t>
            </a:r>
          </a:p>
        </p:txBody>
      </p:sp>
    </p:spTree>
    <p:extLst>
      <p:ext uri="{BB962C8B-B14F-4D97-AF65-F5344CB8AC3E}">
        <p14:creationId xmlns:p14="http://schemas.microsoft.com/office/powerpoint/2010/main" val="8989043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54261-EC4F-45BD-8D9B-B5DA7236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52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E96BC-79E5-4DFE-8D04-6EEEA564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CHECK 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B9D01-3348-4EB7-B4BB-DD2632ED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66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실제 컨트롤러에 연결하기 전 가장 먼저 무엇을 해야 하나요?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CADC11-B30A-4743-B528-EE74257E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33750"/>
            <a:ext cx="9048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2C6D6-871A-4A1A-AE06-AAFB02C7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0"/>
            <a:ext cx="8572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노트에 답을 적고, 다음 장으로 가기 전에 이유를 말해 보세요.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3E09D-49B9-4D85-884C-E59975D2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00625"/>
            <a:ext cx="80391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14300" tIns="76200" rIns="114300" bIns="57150" anchor="ctr">
            <a:normAutofit fontScale="68284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Mock과 Virtual Controller에서 읽기·PING·STATUS부터 검증하고, 쓰기는 권한·모드·안전 승인 뒤 명시적으로 켠다.</a:t>
            </a:r>
          </a:p>
        </p:txBody>
      </p:sp>
    </p:spTree>
    <p:extLst>
      <p:ext uri="{BB962C8B-B14F-4D97-AF65-F5344CB8AC3E}">
        <p14:creationId xmlns:p14="http://schemas.microsoft.com/office/powerpoint/2010/main" val="69348326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1AA141-3B05-46FA-84C0-123F925B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60A1B-6224-413F-A7E4-AE935447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캡스톤 프로젝트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E9BB1-1EC4-47A6-8EE3-1D20CB2F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12A56-AAB5-4A17-92F1-5D4415CF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00E157-BCC6-41A7-ABEE-2C1554CB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10287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0121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30A641-6221-40E4-9C13-020963BA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BE673-6B12-479B-9CC5-6C37A6A5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4317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1주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22025-3A16-4CB6-A545-7550500C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Mock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FBF38-0A6C-4C29-80D2-8F81A0ED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계약·테스트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FF0E14-76C2-4F45-989B-D31B7E49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97D94-A127-4CB8-A97F-A84C16FB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4317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2주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0F9027-6911-4C7E-9583-82CB0334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733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VC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5BA853-CA6E-41FB-8428-809EFA6A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238625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Socket/RWS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54AF15-FADC-402B-9542-F8291F61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C0A03A-E0C6-4FA3-B9CC-39600167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4317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3주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B93925-1E31-4E58-B309-3C3FDE18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33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Tailnet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010414-A165-426F-8A15-84BBA158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238625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원격 경로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6EF4A-924D-452A-8F5A-73FE15BD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5E3192-281E-423B-9A7B-1C7CC513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54317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4주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14AC45-7E53-499F-9679-862AB7E6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733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Demo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6101AB-6A70-499F-967E-0483F888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238625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fault recovery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61D139-5C5D-4C4B-82BB-31F8C1EB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완료 조건: 정상·timeout·중복·재연결·RAPID fault를 재현하고 설명한다.</a:t>
            </a:r>
          </a:p>
        </p:txBody>
      </p:sp>
    </p:spTree>
    <p:extLst>
      <p:ext uri="{BB962C8B-B14F-4D97-AF65-F5344CB8AC3E}">
        <p14:creationId xmlns:p14="http://schemas.microsoft.com/office/powerpoint/2010/main" val="112928559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529B1-C599-40F0-B226-38A02CBA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70E79-5781-49F4-8D79-82D91E27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최종 체크리스트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0B130-A950-4069-BEDF-6807116D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45F94-F83A-4AC5-8F15-3BC0CA36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B06A3-F845-4BB0-A4E3-6AEBDBD5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READY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2FBB0-2FFA-46EF-8B49-AF9A2B48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코드보다 먼저 경계와 복구를 설명할 수 있어야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432B9-0EB3-4006-9EEB-739FCE9B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A1B05-2E5C-4BBB-A05C-4C0E1E8E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RAPID vs Python 책임 분리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프로토콜·timeout·idempotency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안전·보안·버전·rollback</a:t>
            </a:r>
          </a:p>
        </p:txBody>
      </p:sp>
    </p:spTree>
    <p:extLst>
      <p:ext uri="{BB962C8B-B14F-4D97-AF65-F5344CB8AC3E}">
        <p14:creationId xmlns:p14="http://schemas.microsoft.com/office/powerpoint/2010/main" val="85909419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64E67-6E9D-4FE5-9559-1CD7FA77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04 · Python 서버·통합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54627-2231-4321-8D77-D95CED12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572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작게 연결하고</a:t>
            </a:r>
          </a:p>
          <a:p xmlns:a="http://schemas.openxmlformats.org/drawingml/2006/main">
            <a:pPr algn="l">
              <a:def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증거로 확장한다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AFA76-8316-4FD7-A9BD-81083FD8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000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Mock → Virtual Controller → Tailnet → 승인된 실기기 순서로 승격한다.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DDE9D8-7D71-486D-B12B-05CD7092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933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C29AD-3E78-43B6-9A80-D5A16865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코드·교재·워크북·빠른 참조를 함께 사용하세요.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16286-FA81-473E-A884-95199612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8814516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2026-08-09T16:47:04.2990000Z</dcterms:created>
  <dcterms:modified xsi:type="dcterms:W3CDTF">2026-08-09T16:47:04.2990000Z</dcterms:modified>
</coreProperties>
</file>