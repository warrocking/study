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3acf864fff41ce" /><Relationship Type="http://schemas.openxmlformats.org/officeDocument/2006/relationships/extended-properties" Target="/docProps/app.xml" Id="R9649d2976a2a4209" /><Relationship Type="http://schemas.openxmlformats.org/officeDocument/2006/relationships/officeDocument" Target="/ppt/presentation.xml" Id="Rb3a929a4b65249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7996341ae84448"/>
  </p:sldMasterIdLst>
  <p:notesMasterIdLst>
    <p:notesMasterId xmlns:r="http://schemas.openxmlformats.org/officeDocument/2006/relationships" r:id="R9390978f94bb44b3"/>
  </p:notesMasterIdLst>
  <p:sldIdLst>
    <p:sldId xmlns:r="http://schemas.openxmlformats.org/officeDocument/2006/relationships" id="256" r:id="R858504aaf9df48ea"/>
    <p:sldId xmlns:r="http://schemas.openxmlformats.org/officeDocument/2006/relationships" id="257" r:id="R68b4309b351b4c04"/>
    <p:sldId xmlns:r="http://schemas.openxmlformats.org/officeDocument/2006/relationships" id="258" r:id="Ra5553e4d75dc4c60"/>
    <p:sldId xmlns:r="http://schemas.openxmlformats.org/officeDocument/2006/relationships" id="259" r:id="R61e9d155ad6d4e0f"/>
    <p:sldId xmlns:r="http://schemas.openxmlformats.org/officeDocument/2006/relationships" id="260" r:id="R85cf40ce77fe4193"/>
    <p:sldId xmlns:r="http://schemas.openxmlformats.org/officeDocument/2006/relationships" id="261" r:id="Rc1073006f7724071"/>
    <p:sldId xmlns:r="http://schemas.openxmlformats.org/officeDocument/2006/relationships" id="262" r:id="Rea51f87f5e9744a9"/>
    <p:sldId xmlns:r="http://schemas.openxmlformats.org/officeDocument/2006/relationships" id="263" r:id="R937581c699064aa3"/>
    <p:sldId xmlns:r="http://schemas.openxmlformats.org/officeDocument/2006/relationships" id="264" r:id="R567c732e74874cdf"/>
    <p:sldId xmlns:r="http://schemas.openxmlformats.org/officeDocument/2006/relationships" id="265" r:id="Rc995bb7f2b3d46bd"/>
    <p:sldId xmlns:r="http://schemas.openxmlformats.org/officeDocument/2006/relationships" id="266" r:id="R9862ad89c3474521"/>
    <p:sldId xmlns:r="http://schemas.openxmlformats.org/officeDocument/2006/relationships" id="267" r:id="R0c458b1249184bda"/>
    <p:sldId xmlns:r="http://schemas.openxmlformats.org/officeDocument/2006/relationships" id="268" r:id="R8b662767989147c6"/>
    <p:sldId xmlns:r="http://schemas.openxmlformats.org/officeDocument/2006/relationships" id="269" r:id="R17351da8a1854cba"/>
    <p:sldId xmlns:r="http://schemas.openxmlformats.org/officeDocument/2006/relationships" id="270" r:id="R98e063514149479c"/>
    <p:sldId xmlns:r="http://schemas.openxmlformats.org/officeDocument/2006/relationships" id="271" r:id="Rff82ec8f6bfa4f4b"/>
    <p:sldId xmlns:r="http://schemas.openxmlformats.org/officeDocument/2006/relationships" id="272" r:id="Rde78306ae11d4576"/>
    <p:sldId xmlns:r="http://schemas.openxmlformats.org/officeDocument/2006/relationships" id="273" r:id="R3578431f5ef244ca"/>
    <p:sldId xmlns:r="http://schemas.openxmlformats.org/officeDocument/2006/relationships" id="274" r:id="R6db10ca39623438d"/>
    <p:sldId xmlns:r="http://schemas.openxmlformats.org/officeDocument/2006/relationships" id="275" r:id="R0288eccd232443ba"/>
    <p:sldId xmlns:r="http://schemas.openxmlformats.org/officeDocument/2006/relationships" id="276" r:id="R86a35a037995419e"/>
    <p:sldId xmlns:r="http://schemas.openxmlformats.org/officeDocument/2006/relationships" id="277" r:id="R19c6517be6344ba8"/>
    <p:sldId xmlns:r="http://schemas.openxmlformats.org/officeDocument/2006/relationships" id="278" r:id="R8054cbdb12c94cc3"/>
    <p:sldId xmlns:r="http://schemas.openxmlformats.org/officeDocument/2006/relationships" id="279" r:id="R0f9ea6be58194b91"/>
    <p:sldId xmlns:r="http://schemas.openxmlformats.org/officeDocument/2006/relationships" id="280" r:id="Rce4a49d15f834769"/>
    <p:sldId xmlns:r="http://schemas.openxmlformats.org/officeDocument/2006/relationships" id="281" r:id="Re6996d7b5d8f432e"/>
    <p:sldId xmlns:r="http://schemas.openxmlformats.org/officeDocument/2006/relationships" id="282" r:id="Ra197356030be4045"/>
    <p:sldId xmlns:r="http://schemas.openxmlformats.org/officeDocument/2006/relationships" id="283" r:id="R54e33ff3ab2d4fdf"/>
    <p:sldId xmlns:r="http://schemas.openxmlformats.org/officeDocument/2006/relationships" id="284" r:id="Re686a7665cd84bfa"/>
    <p:sldId xmlns:r="http://schemas.openxmlformats.org/officeDocument/2006/relationships" id="285" r:id="Rb53fedd43d624cba"/>
    <p:sldId xmlns:r="http://schemas.openxmlformats.org/officeDocument/2006/relationships" id="286" r:id="R12e6d9fb2ce04dbc"/>
    <p:sldId xmlns:r="http://schemas.openxmlformats.org/officeDocument/2006/relationships" id="287" r:id="R0220173909b849c9"/>
    <p:sldId xmlns:r="http://schemas.openxmlformats.org/officeDocument/2006/relationships" id="288" r:id="R56f2277cd5594fd6"/>
    <p:sldId xmlns:r="http://schemas.openxmlformats.org/officeDocument/2006/relationships" id="289" r:id="R3649a91f5ce1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a843c70f714a3e" /><Relationship Type="http://schemas.openxmlformats.org/officeDocument/2006/relationships/slideMaster" Target="/ppt/slideMasters/slideMaster1.xml" Id="R4f7996341ae84448" /><Relationship Type="http://schemas.openxmlformats.org/officeDocument/2006/relationships/notesMaster" Target="/ppt/notesMasters/notesMaster1.xml" Id="R9390978f94bb44b3" /><Relationship Type="http://schemas.openxmlformats.org/officeDocument/2006/relationships/presProps" Target="/ppt/presProps.xml" Id="Ref92c11e540b48c5" /><Relationship Type="http://schemas.openxmlformats.org/officeDocument/2006/relationships/tableStyles" Target="/ppt/tableStyles.xml" Id="R7d1e1bee2ada43e8" /><Relationship Type="http://schemas.openxmlformats.org/officeDocument/2006/relationships/slide" Target="/ppt/slides/slide1.xml" Id="R858504aaf9df48ea" /><Relationship Type="http://schemas.openxmlformats.org/officeDocument/2006/relationships/slide" Target="/ppt/slides/slide2.xml" Id="R68b4309b351b4c04" /><Relationship Type="http://schemas.openxmlformats.org/officeDocument/2006/relationships/slide" Target="/ppt/slides/slide3.xml" Id="Ra5553e4d75dc4c60" /><Relationship Type="http://schemas.openxmlformats.org/officeDocument/2006/relationships/slide" Target="/ppt/slides/slide4.xml" Id="R61e9d155ad6d4e0f" /><Relationship Type="http://schemas.openxmlformats.org/officeDocument/2006/relationships/slide" Target="/ppt/slides/slide5.xml" Id="R85cf40ce77fe4193" /><Relationship Type="http://schemas.openxmlformats.org/officeDocument/2006/relationships/slide" Target="/ppt/slides/slide6.xml" Id="Rc1073006f7724071" /><Relationship Type="http://schemas.openxmlformats.org/officeDocument/2006/relationships/slide" Target="/ppt/slides/slide7.xml" Id="Rea51f87f5e9744a9" /><Relationship Type="http://schemas.openxmlformats.org/officeDocument/2006/relationships/slide" Target="/ppt/slides/slide8.xml" Id="R937581c699064aa3" /><Relationship Type="http://schemas.openxmlformats.org/officeDocument/2006/relationships/slide" Target="/ppt/slides/slide9.xml" Id="R567c732e74874cdf" /><Relationship Type="http://schemas.openxmlformats.org/officeDocument/2006/relationships/slide" Target="/ppt/slides/slide10.xml" Id="Rc995bb7f2b3d46bd" /><Relationship Type="http://schemas.openxmlformats.org/officeDocument/2006/relationships/slide" Target="/ppt/slides/slide11.xml" Id="R9862ad89c3474521" /><Relationship Type="http://schemas.openxmlformats.org/officeDocument/2006/relationships/slide" Target="/ppt/slides/slide12.xml" Id="R0c458b1249184bda" /><Relationship Type="http://schemas.openxmlformats.org/officeDocument/2006/relationships/slide" Target="/ppt/slides/slide13.xml" Id="R8b662767989147c6" /><Relationship Type="http://schemas.openxmlformats.org/officeDocument/2006/relationships/slide" Target="/ppt/slides/slide14.xml" Id="R17351da8a1854cba" /><Relationship Type="http://schemas.openxmlformats.org/officeDocument/2006/relationships/slide" Target="/ppt/slides/slide15.xml" Id="R98e063514149479c" /><Relationship Type="http://schemas.openxmlformats.org/officeDocument/2006/relationships/slide" Target="/ppt/slides/slide16.xml" Id="Rff82ec8f6bfa4f4b" /><Relationship Type="http://schemas.openxmlformats.org/officeDocument/2006/relationships/slide" Target="/ppt/slides/slide17.xml" Id="Rde78306ae11d4576" /><Relationship Type="http://schemas.openxmlformats.org/officeDocument/2006/relationships/slide" Target="/ppt/slides/slide18.xml" Id="R3578431f5ef244ca" /><Relationship Type="http://schemas.openxmlformats.org/officeDocument/2006/relationships/slide" Target="/ppt/slides/slide19.xml" Id="R6db10ca39623438d" /><Relationship Type="http://schemas.openxmlformats.org/officeDocument/2006/relationships/slide" Target="/ppt/slides/slide20.xml" Id="R0288eccd232443ba" /><Relationship Type="http://schemas.openxmlformats.org/officeDocument/2006/relationships/slide" Target="/ppt/slides/slide21.xml" Id="R86a35a037995419e" /><Relationship Type="http://schemas.openxmlformats.org/officeDocument/2006/relationships/slide" Target="/ppt/slides/slide22.xml" Id="R19c6517be6344ba8" /><Relationship Type="http://schemas.openxmlformats.org/officeDocument/2006/relationships/slide" Target="/ppt/slides/slide23.xml" Id="R8054cbdb12c94cc3" /><Relationship Type="http://schemas.openxmlformats.org/officeDocument/2006/relationships/slide" Target="/ppt/slides/slide24.xml" Id="R0f9ea6be58194b91" /><Relationship Type="http://schemas.openxmlformats.org/officeDocument/2006/relationships/slide" Target="/ppt/slides/slide25.xml" Id="Rce4a49d15f834769" /><Relationship Type="http://schemas.openxmlformats.org/officeDocument/2006/relationships/slide" Target="/ppt/slides/slide26.xml" Id="Re6996d7b5d8f432e" /><Relationship Type="http://schemas.openxmlformats.org/officeDocument/2006/relationships/slide" Target="/ppt/slides/slide27.xml" Id="Ra197356030be4045" /><Relationship Type="http://schemas.openxmlformats.org/officeDocument/2006/relationships/slide" Target="/ppt/slides/slide28.xml" Id="R54e33ff3ab2d4fdf" /><Relationship Type="http://schemas.openxmlformats.org/officeDocument/2006/relationships/slide" Target="/ppt/slides/slide29.xml" Id="Re686a7665cd84bfa" /><Relationship Type="http://schemas.openxmlformats.org/officeDocument/2006/relationships/slide" Target="/ppt/slides/slide30.xml" Id="Rb53fedd43d624cba" /><Relationship Type="http://schemas.openxmlformats.org/officeDocument/2006/relationships/slide" Target="/ppt/slides/slide31.xml" Id="R12e6d9fb2ce04dbc" /><Relationship Type="http://schemas.openxmlformats.org/officeDocument/2006/relationships/slide" Target="/ppt/slides/slide32.xml" Id="R0220173909b849c9" /><Relationship Type="http://schemas.openxmlformats.org/officeDocument/2006/relationships/slide" Target="/ppt/slides/slide33.xml" Id="R56f2277cd5594fd6" /><Relationship Type="http://schemas.openxmlformats.org/officeDocument/2006/relationships/slide" Target="/ppt/slides/slide34.xml" Id="R3649a91f5ce1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e1f4a4ea98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168682adf04a5a" /><Relationship Type="http://schemas.openxmlformats.org/officeDocument/2006/relationships/notesMaster" Target="/ppt/notesMasters/notesMaster1.xml" Id="R97e585cd8971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07cde661443af" /><Relationship Type="http://schemas.openxmlformats.org/officeDocument/2006/relationships/notesMaster" Target="/ppt/notesMasters/notesMaster1.xml" Id="Rbc61b8111528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5e8a4bdbc74750" /><Relationship Type="http://schemas.openxmlformats.org/officeDocument/2006/relationships/notesMaster" Target="/ppt/notesMasters/notesMaster1.xml" Id="R8ccfe90df19f43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2ee57bda4a4134" /><Relationship Type="http://schemas.openxmlformats.org/officeDocument/2006/relationships/notesMaster" Target="/ppt/notesMasters/notesMaster1.xml" Id="R4f9a1cbe20a340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f89696c91a4598" /><Relationship Type="http://schemas.openxmlformats.org/officeDocument/2006/relationships/notesMaster" Target="/ppt/notesMasters/notesMaster1.xml" Id="Rec0e8836bad8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622edcc3194578" /><Relationship Type="http://schemas.openxmlformats.org/officeDocument/2006/relationships/notesMaster" Target="/ppt/notesMasters/notesMaster1.xml" Id="R4fd481d99cda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71300c6b8b4b69" /><Relationship Type="http://schemas.openxmlformats.org/officeDocument/2006/relationships/notesMaster" Target="/ppt/notesMasters/notesMaster1.xml" Id="R3ae21b360c9d40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f23aca5ce74156" /><Relationship Type="http://schemas.openxmlformats.org/officeDocument/2006/relationships/notesMaster" Target="/ppt/notesMasters/notesMaster1.xml" Id="R0cc8c3ac14b8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534755077f42f2" /><Relationship Type="http://schemas.openxmlformats.org/officeDocument/2006/relationships/notesMaster" Target="/ppt/notesMasters/notesMaster1.xml" Id="Rc8ed1c70671546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63329b779a4290" /><Relationship Type="http://schemas.openxmlformats.org/officeDocument/2006/relationships/notesMaster" Target="/ppt/notesMasters/notesMaster1.xml" Id="R3c220409089b40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4e1632d6f54c61" /><Relationship Type="http://schemas.openxmlformats.org/officeDocument/2006/relationships/notesMaster" Target="/ppt/notesMasters/notesMaster1.xml" Id="R6334f9b3e87643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798a5616544116" /><Relationship Type="http://schemas.openxmlformats.org/officeDocument/2006/relationships/notesMaster" Target="/ppt/notesMasters/notesMaster1.xml" Id="R53a440a7ddf24b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33424dd38b4b3d" /><Relationship Type="http://schemas.openxmlformats.org/officeDocument/2006/relationships/notesMaster" Target="/ppt/notesMasters/notesMaster1.xml" Id="Rfa876221507841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bba1804dac4410" /><Relationship Type="http://schemas.openxmlformats.org/officeDocument/2006/relationships/notesMaster" Target="/ppt/notesMasters/notesMaster1.xml" Id="R308bcc0a091d40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f5dbe785674718" /><Relationship Type="http://schemas.openxmlformats.org/officeDocument/2006/relationships/notesMaster" Target="/ppt/notesMasters/notesMaster1.xml" Id="R3c13a52ecba845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60e5bc0abc4392" /><Relationship Type="http://schemas.openxmlformats.org/officeDocument/2006/relationships/notesMaster" Target="/ppt/notesMasters/notesMaster1.xml" Id="R7c09d77580cc41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84aac55ecb41b3" /><Relationship Type="http://schemas.openxmlformats.org/officeDocument/2006/relationships/notesMaster" Target="/ppt/notesMasters/notesMaster1.xml" Id="R5b35ecadde1049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a6548ff61c4574" /><Relationship Type="http://schemas.openxmlformats.org/officeDocument/2006/relationships/notesMaster" Target="/ppt/notesMasters/notesMaster1.xml" Id="R5cd3fe8b1e4c44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f133957f9f49f0" /><Relationship Type="http://schemas.openxmlformats.org/officeDocument/2006/relationships/notesMaster" Target="/ppt/notesMasters/notesMaster1.xml" Id="R68c1ebca5d0d41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d4973615ff48cc" /><Relationship Type="http://schemas.openxmlformats.org/officeDocument/2006/relationships/notesMaster" Target="/ppt/notesMasters/notesMaster1.xml" Id="R24ebb34a10c244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7b538d0d8f4190" /><Relationship Type="http://schemas.openxmlformats.org/officeDocument/2006/relationships/notesMaster" Target="/ppt/notesMasters/notesMaster1.xml" Id="Rdf2a3370a24d4b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c8351814da4e5b" /><Relationship Type="http://schemas.openxmlformats.org/officeDocument/2006/relationships/notesMaster" Target="/ppt/notesMasters/notesMaster1.xml" Id="R979eab7448254af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acabc0fd344aa3" /><Relationship Type="http://schemas.openxmlformats.org/officeDocument/2006/relationships/notesMaster" Target="/ppt/notesMasters/notesMaster1.xml" Id="R38d7a367a3e54b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2ad736103348ad" /><Relationship Type="http://schemas.openxmlformats.org/officeDocument/2006/relationships/notesMaster" Target="/ppt/notesMasters/notesMaster1.xml" Id="R695fcc5b277d47f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47ce9404234910" /><Relationship Type="http://schemas.openxmlformats.org/officeDocument/2006/relationships/notesMaster" Target="/ppt/notesMasters/notesMaster1.xml" Id="Rea8a6b2f6e3347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350e3fb6164e95" /><Relationship Type="http://schemas.openxmlformats.org/officeDocument/2006/relationships/notesMaster" Target="/ppt/notesMasters/notesMaster1.xml" Id="R440cf3a0031c4d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3feb986b19c4047" /><Relationship Type="http://schemas.openxmlformats.org/officeDocument/2006/relationships/notesMaster" Target="/ppt/notesMasters/notesMaster1.xml" Id="R0228c41a24fb49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758066b0c74307" /><Relationship Type="http://schemas.openxmlformats.org/officeDocument/2006/relationships/notesMaster" Target="/ppt/notesMasters/notesMaster1.xml" Id="R34204602bf34448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4af350dc2142cc" /><Relationship Type="http://schemas.openxmlformats.org/officeDocument/2006/relationships/notesMaster" Target="/ppt/notesMasters/notesMaster1.xml" Id="R1b8cd69e554b47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21469aa62342bd" /><Relationship Type="http://schemas.openxmlformats.org/officeDocument/2006/relationships/notesMaster" Target="/ppt/notesMasters/notesMaster1.xml" Id="R549c1064ee6a46b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fae77aa8d9b4662" /><Relationship Type="http://schemas.openxmlformats.org/officeDocument/2006/relationships/notesMaster" Target="/ppt/notesMasters/notesMaster1.xml" Id="R9ef6ecf46ecb431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5b173db027a483e" /><Relationship Type="http://schemas.openxmlformats.org/officeDocument/2006/relationships/notesMaster" Target="/ppt/notesMasters/notesMaster1.xml" Id="Rf6b2fa4599d2465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fbaf56ca9904fc0" /><Relationship Type="http://schemas.openxmlformats.org/officeDocument/2006/relationships/notesMaster" Target="/ppt/notesMasters/notesMaster1.xml" Id="R851dd19cc5114aa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337efa4bdf54b89" /><Relationship Type="http://schemas.openxmlformats.org/officeDocument/2006/relationships/notesMaster" Target="/ppt/notesMasters/notesMaster1.xml" Id="R8726d3cae4e249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모션은 점 하나가 아니라 좌표계·자세·툴·경로 조건의 조합이다.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좌표 프레임을 실제 물체와 연결해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위치·자세·경로·블렌딩을 한 장면에서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각 덩어리의 의미를 시각적으로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정확한 필드 정의는 대상 RobotWare 매뉴얼을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수학 계산보다 실무 주의점을 우선한다.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툴은 손, workobject는 작업대라는 비유를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행렬 수학보다 관계를 직관적으로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같은 시작·끝점이라도 중간 경로가 다르다.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가공 공정에서 사용하지만 점 품질이 중요하다.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인자를 왼쪽부터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zone은 오차 허용과 경로 부드러움에 영향을 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정밀도와 생산성의 트레이드오프다.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팔꿈치가 뒤집히는 현상으로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시뮬레이션 축 그래프로 조짐을 찾는다.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Z+가 어느 프레임의 Z+인지 반복해서 묻는다.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PickPart 예제를 구조로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정량적 검증 항목을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9E9가 무조건 안전을 의미하지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open-loop 출력과 피드백 기반 완료 확인을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신호 설정은 대상 시스템 설정과 일치해야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지원 인자와 오류 방식은 RobotWare 버전 문서로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open-loop와 closed-loop 사고를 비교한다.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통신의 idempotency로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중단 가능한 명령과 실행 맥락을 버전별로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예외가 발생했다고 무조건 RETRY하지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정확한 오류 복구 의미를 사례로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Python 서버 상태와 RAPID 상태를 매핑할 준비다.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워크북 복구 실습과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모션 예제 모듈과 워크북을 함께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RelTool과 대비해 답하게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실패 경로까지 말하면 정답이다.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로봇 제어 권한은 현장 절차를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다음 덱에서 통신 실패를 같은 방식으로 다룬다.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2537645584f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cff873744f475b" /><Relationship Type="http://schemas.openxmlformats.org/officeDocument/2006/relationships/slideLayout" Target="/ppt/slideLayouts/slideLayout1.xml" Id="R2b2b384af77b40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b384af77b40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cc0506fe455c" /><Relationship Type="http://schemas.openxmlformats.org/officeDocument/2006/relationships/image" Target="/ppt/media/image.png" Id="Re47d4d52c4414b3c" /><Relationship Type="http://schemas.openxmlformats.org/officeDocument/2006/relationships/notesSlide" Target="/ppt/notesSlides/notesSlide1.xml" Id="R96b61805b307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c6f235cc741b9" /><Relationship Type="http://schemas.openxmlformats.org/officeDocument/2006/relationships/notesSlide" Target="/ppt/notesSlides/notesSlide2.xml" Id="R853d000b5427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0ef04189e4c01" /><Relationship Type="http://schemas.openxmlformats.org/officeDocument/2006/relationships/image" Target="/ppt/media/image2.png" Id="R53fbe40e28e64800" /><Relationship Type="http://schemas.openxmlformats.org/officeDocument/2006/relationships/notesSlide" Target="/ppt/notesSlides/notesSlide3.xml" Id="R8085624d218e4a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8ea5713984419" /><Relationship Type="http://schemas.openxmlformats.org/officeDocument/2006/relationships/notesSlide" Target="/ppt/notesSlides/notesSlide4.xml" Id="Rb5c182f3cfcb45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2d862f164024" /><Relationship Type="http://schemas.openxmlformats.org/officeDocument/2006/relationships/notesSlide" Target="/ppt/notesSlides/notesSlide5.xml" Id="R0430fdc6d7a448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51e78aa1b4043" /><Relationship Type="http://schemas.openxmlformats.org/officeDocument/2006/relationships/notesSlide" Target="/ppt/notesSlides/notesSlide6.xml" Id="R86c7873c323b44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20b8e1c374971" /><Relationship Type="http://schemas.openxmlformats.org/officeDocument/2006/relationships/notesSlide" Target="/ppt/notesSlides/notesSlide7.xml" Id="Rab3a7f24e96f4e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58dcee9c54353" /><Relationship Type="http://schemas.openxmlformats.org/officeDocument/2006/relationships/notesSlide" Target="/ppt/notesSlides/notesSlide8.xml" Id="Rcfc42da764cf44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6933f41fa44b9" /><Relationship Type="http://schemas.openxmlformats.org/officeDocument/2006/relationships/notesSlide" Target="/ppt/notesSlides/notesSlide9.xml" Id="R268895b1fa4242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c4a3f02484fdf" /><Relationship Type="http://schemas.openxmlformats.org/officeDocument/2006/relationships/notesSlide" Target="/ppt/notesSlides/notesSlide10.xml" Id="R14c404df711e4c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5e3391f644903" /><Relationship Type="http://schemas.openxmlformats.org/officeDocument/2006/relationships/notesSlide" Target="/ppt/notesSlides/notesSlide11.xml" Id="R03488c35ba964b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a1338f35c4d9c" /><Relationship Type="http://schemas.openxmlformats.org/officeDocument/2006/relationships/notesSlide" Target="/ppt/notesSlides/notesSlide12.xml" Id="Rd31a1e6c55224a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12e30c9e54c53" /><Relationship Type="http://schemas.openxmlformats.org/officeDocument/2006/relationships/notesSlide" Target="/ppt/notesSlides/notesSlide13.xml" Id="R493e7c9a872149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a0e0ccf5f4b79" /><Relationship Type="http://schemas.openxmlformats.org/officeDocument/2006/relationships/notesSlide" Target="/ppt/notesSlides/notesSlide14.xml" Id="R3794f123f6e744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f4c7608854d2b" /><Relationship Type="http://schemas.openxmlformats.org/officeDocument/2006/relationships/notesSlide" Target="/ppt/notesSlides/notesSlide15.xml" Id="R129d6882d14f4c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645cfd9e547d2" /><Relationship Type="http://schemas.openxmlformats.org/officeDocument/2006/relationships/notesSlide" Target="/ppt/notesSlides/notesSlide16.xml" Id="R0fda0e8a02554a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7976b56e14b0d" /><Relationship Type="http://schemas.openxmlformats.org/officeDocument/2006/relationships/notesSlide" Target="/ppt/notesSlides/notesSlide17.xml" Id="R103bed8a525643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1018ff4b34353" /><Relationship Type="http://schemas.openxmlformats.org/officeDocument/2006/relationships/notesSlide" Target="/ppt/notesSlides/notesSlide18.xml" Id="R7ae21ff687d848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373de4a3f44ee" /><Relationship Type="http://schemas.openxmlformats.org/officeDocument/2006/relationships/notesSlide" Target="/ppt/notesSlides/notesSlide19.xml" Id="R44a899e6787a4d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94afa59cc4f57" /><Relationship Type="http://schemas.openxmlformats.org/officeDocument/2006/relationships/notesSlide" Target="/ppt/notesSlides/notesSlide20.xml" Id="R2db37f31ec1b4d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6fea9fa274dd9" /><Relationship Type="http://schemas.openxmlformats.org/officeDocument/2006/relationships/notesSlide" Target="/ppt/notesSlides/notesSlide21.xml" Id="Rb1116a77f5ad47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5f299dc684813" /><Relationship Type="http://schemas.openxmlformats.org/officeDocument/2006/relationships/notesSlide" Target="/ppt/notesSlides/notesSlide22.xml" Id="R66dcefa7989e4a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83451f9184d62" /><Relationship Type="http://schemas.openxmlformats.org/officeDocument/2006/relationships/notesSlide" Target="/ppt/notesSlides/notesSlide23.xml" Id="R4473cc35fc1e4cf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0e20b52754f6a" /><Relationship Type="http://schemas.openxmlformats.org/officeDocument/2006/relationships/notesSlide" Target="/ppt/notesSlides/notesSlide24.xml" Id="Rd6c269affe5940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3482f285f499b" /><Relationship Type="http://schemas.openxmlformats.org/officeDocument/2006/relationships/notesSlide" Target="/ppt/notesSlides/notesSlide25.xml" Id="R113fbb9fc93841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b34289dea4d81" /><Relationship Type="http://schemas.openxmlformats.org/officeDocument/2006/relationships/notesSlide" Target="/ppt/notesSlides/notesSlide26.xml" Id="R4b0e0c3149384b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72549cd2a43dc" /><Relationship Type="http://schemas.openxmlformats.org/officeDocument/2006/relationships/notesSlide" Target="/ppt/notesSlides/notesSlide27.xml" Id="R5cdbc7e088a44da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fad13d5984a9a" /><Relationship Type="http://schemas.openxmlformats.org/officeDocument/2006/relationships/notesSlide" Target="/ppt/notesSlides/notesSlide28.xml" Id="R3592c1ea11b241b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e429ff37b4147" /><Relationship Type="http://schemas.openxmlformats.org/officeDocument/2006/relationships/notesSlide" Target="/ppt/notesSlides/notesSlide29.xml" Id="R3f0cd63f38f6459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ef83d8ec04644" /><Relationship Type="http://schemas.openxmlformats.org/officeDocument/2006/relationships/notesSlide" Target="/ppt/notesSlides/notesSlide30.xml" Id="R6ac541cd415242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affc9aa2646a7" /><Relationship Type="http://schemas.openxmlformats.org/officeDocument/2006/relationships/notesSlide" Target="/ppt/notesSlides/notesSlide31.xml" Id="R26ba014f229e40b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e6e77f3e14da2" /><Relationship Type="http://schemas.openxmlformats.org/officeDocument/2006/relationships/notesSlide" Target="/ppt/notesSlides/notesSlide32.xml" Id="Rd061e6bb65394b4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1a0b2bca344f2" /><Relationship Type="http://schemas.openxmlformats.org/officeDocument/2006/relationships/notesSlide" Target="/ppt/notesSlides/notesSlide33.xml" Id="R17f846975d544c6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ee4bd8fa2484b" /><Relationship Type="http://schemas.openxmlformats.org/officeDocument/2006/relationships/notesSlide" Target="/ppt/notesSlides/notesSlide34.xml" Id="R094aee65aa5f45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d4d52c4414b3c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A9A6-BF27-4F32-AE9A-6C2A6B93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C18F5-070D-47AE-B983-2280D83B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ABB ROBOTICS ·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3B24B-95EC-45F0-8E9A-3407E16A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911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 · 좌표계</a:t>
            </a:r>
          </a:p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I/O · 오류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6710E-07FB-4B27-8229-330B36B0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로봇이 어디로, 어떤 자세로,</a:t>
            </a:r>
          </a:p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어떤 조건에서 움직이는지 이해하기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57E78-BF0C-4DD3-9572-D694766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21EB7-8C0A-4E30-A709-F4794783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입문→실습→통합 · 2026</a:t>
            </a:r>
          </a:p>
        </p:txBody>
      </p:sp>
    </p:spTree>
    <p:extLst>
      <p:ext uri="{BB962C8B-B14F-4D97-AF65-F5344CB8AC3E}">
        <p14:creationId xmlns:p14="http://schemas.microsoft.com/office/powerpoint/2010/main" val="770898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D04C6-27F8-479B-B180-13B2C11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00FB2-1675-4DF2-9621-F6CDDABD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점은 하나가 아니라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프레임들의 관계다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44208-C2F3-4F9B-A5CF-3221D097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로봇 base, workobject, tool TCP가 연결되어 최종 위치와 자세가 결정된다.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6642-960E-46C6-B431-EAE2C0BF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64C99-78C3-4DE8-8856-953E1A04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좌표계를 모르면 ‘숫자는 맞는데 다른 곳으로 가는’ 문제가 생긴다.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B8A3C-33E2-4E5B-A436-FA1E86B6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0380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7D613-F901-4A79-AEED-0903C491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84D98-E70B-451F-9FAE-AD50CDA3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모션을 보는 4개의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90ECE-EF44-4F37-BDA2-34CEFE5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D66FA-5E1F-4989-B4B1-B4CF70C7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be40e28e64800"/>
          <a:srcRect xmlns:a="http://schemas.openxmlformats.org/drawingml/2006/main" l="5027" t="0" r="5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81150"/>
            <a:ext cx="66675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B1B6A-680A-4CCF-8B50-223BBF1E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어디로 · 어떤 자세로</a:t>
            </a:r>
          </a:p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어떤 경로로 · 얼마나 부드럽게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0A06D-7C0A-4235-98FF-E4C3ADE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3714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robtarget: 위치와 자세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tooldata·wobjdata: 기준 프레임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MoveJ/L/C·speed·zone: 경로 품질</a:t>
            </a:r>
          </a:p>
        </p:txBody>
      </p:sp>
    </p:spTree>
    <p:extLst>
      <p:ext uri="{BB962C8B-B14F-4D97-AF65-F5344CB8AC3E}">
        <p14:creationId xmlns:p14="http://schemas.microsoft.com/office/powerpoint/2010/main" val="850241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49540-6847-4DD6-A67E-BC19829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DD429-B19A-4B3B-949A-D20BB85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robtarget의 네 덩어리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7AFC9-BD6C-44E4-8791-4D45D67D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2C5B5-B34E-48FD-B1DF-CD6EF96F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0E1E3-238B-4205-A17B-FB57B76E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4 PARTS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04128-4E0D-4580-94DE-0CB8FA1E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숫자 3개만으로는 산업용 로봇 자세를 표현할 수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E168E-46BA-46AA-B96A-BE2D9BEE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43B05-893D-4642-86DB-F309D8CB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trans: X·Y·Z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rot: quaternion 자세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robconf·extax: 로봇 구성과 외부축</a:t>
            </a:r>
          </a:p>
        </p:txBody>
      </p:sp>
    </p:spTree>
    <p:extLst>
      <p:ext uri="{BB962C8B-B14F-4D97-AF65-F5344CB8AC3E}">
        <p14:creationId xmlns:p14="http://schemas.microsoft.com/office/powerpoint/2010/main" val="350216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58463-F2B5-4F86-913C-FD6FB1B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FF98C-BAAD-4E80-8333-F0B5BC87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robtarget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E1037-F0AF-4527-B10C-A0FD8F42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4A609-DC9C-453E-B647-91420011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3A64A-6BA4-4871-A186-9D7241D6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CONST robtarget pPick := [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[420.0, -180.0, 260.0],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[0.7071, 0, 0.7071, 0],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[0, 0, 0, 0],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[9E9, 9E9, 9E9, 9E9, 9E9, 9E9]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];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06034-FD95-4E6E-9D34-34BBDBD1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83360-35C1-48D5-9FD8-51CA8B2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mm 단위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quaternion은 정규화된 자세 표현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9E9는 사용하지 않는 외부축 표기</a:t>
            </a:r>
          </a:p>
        </p:txBody>
      </p:sp>
    </p:spTree>
    <p:extLst>
      <p:ext uri="{BB962C8B-B14F-4D97-AF65-F5344CB8AC3E}">
        <p14:creationId xmlns:p14="http://schemas.microsoft.com/office/powerpoint/2010/main" val="636125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F73CF-4DFB-4F30-8C16-E3F5975A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B863F-630D-479B-B3E6-874BDB7A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Quaternion을 두려워하지 않기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706B5-2A2E-405E-A7F9-2F394C44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32C87-677A-4FB0-82B5-3B2EE638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37CDF-C4AC-4B70-B2FF-463B8594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EBBB3-FC2A-47E8-836B-65B6FB8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회전을 안정적으로 조합하기 위한 네 성분 표현이다.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6E8A6-0200-45AE-853A-8EC7326F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518BF-57C0-4A68-93BA-9F51F578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오일러각처럼 한눈에 읽기 어렵지만 계산에 유리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q와 -q는 같은 회전을 나타낼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직접 편집보다 Teach/RobotStudio 도구 활용</a:t>
            </a:r>
          </a:p>
        </p:txBody>
      </p:sp>
    </p:spTree>
    <p:extLst>
      <p:ext uri="{BB962C8B-B14F-4D97-AF65-F5344CB8AC3E}">
        <p14:creationId xmlns:p14="http://schemas.microsoft.com/office/powerpoint/2010/main" val="3646641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E4C55-85CB-49FD-A87D-72F4408D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05DCF-56DD-4745-A0D3-CD7D9E15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tooldata와 wobjdata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A7783-C8FF-4404-84D8-FF442CE6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07528-EBB5-4507-AFA7-D97BF4E5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AA2D3-F67C-4CC6-B0E8-5DE6162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4AC18-153E-4966-828E-F919753E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tooldata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C9683-B021-48CC-9170-CA417B0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wobjdata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7C5B3-5C9C-4691-8B87-9888303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플랜지에서 TCP까지의 관계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툴 자세·질량·무게중심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교체·보정 시 모든 경로 영향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2EA10-58FD-43C4-B577-98F74298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작업물 기준 좌표계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fixture 이동을 좌표로 흡수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user frame과 object frame 포함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8BDA0-A9CF-4092-AE25-9E54AAA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662415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47E6F-10B7-46B5-9DD7-D341334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E9253-31A6-4EE6-AB1D-A61A232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프레임 체인으로 최종 TCP를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0D496-C8EB-469D-9855-783C550A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3CA68-EA0A-4508-B4B1-A381B0A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29AE5-DDA5-41F2-9AB8-1760CA83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39B7B-FCA7-4D57-9870-0C8F83D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FE1BF-B296-416D-BB2D-BA28B519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3BB0E-B7A8-4CD2-BEAE-16E8B10B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World/Base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 설치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1BEA1-6F92-45DB-AB8A-746E543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WorkObject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작업물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4B09A-611F-4148-8A84-57BF66E6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robtarget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목표 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AA1FA-9DBF-4845-A4DE-4466931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Tool TCP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실제 끝점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58C6A-5ACE-4EF1-9907-32D1C47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같은 robtarget도 tool 또는 workobject가 바뀌면 실제 TCP가 달라진다.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4D82D-69A2-4921-81FC-7A825FBD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값을 복사하기 전에 참조 프레임을 함께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870600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E6A1E-F143-4E09-BDFC-2DB68077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A126D-52AF-4356-A2FC-21F557EA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MoveJ와 MoveL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970E8-606A-4E7C-A102-801BA6DD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CAB39-E80A-4010-9414-EA0574E8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EB686-0DAE-40F8-8662-41C4AFA1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71919-9D64-4BA2-B127-68CA22E2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E2F7F-F8F9-4618-8BEF-1D987DF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MoveL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FC87C-889E-4F7D-80A6-B1FAEEF4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축 공간에서 빠르게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중간 TCP 경로는 직선이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접근·이탈·큰 이동에 적합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CF051-8E8F-43EF-8AEB-EB3C630F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TCP가 직선 경로를 따름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공정 구간·정밀 접근에 적합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특이점·구성·속도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43169-3F07-43A3-A06A-AB9EAAB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1311255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ECF7D-6F3F-4D49-A1EC-754A1ACC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F71EB-E711-4F3B-83BC-4A27F1CB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MoveC는 원호를 정의한다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2D166-0DF7-446E-B661-6D357E81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C1616-897D-4718-A221-BBECB912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633A5-2FF1-485B-8403-D152B85C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CIRC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5DE28-DDDE-4B0F-B83E-78393500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중간점과 끝점으로 원호 경로를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362A7-BE7D-46B9-808D-84E1A5B7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A91DF-1F81-4501-A86E-0D3C724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세 점의 기하가 유효해야 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툴 자세 보간 방식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짧거나 거의 일직선인 점은 불안정</a:t>
            </a:r>
          </a:p>
        </p:txBody>
      </p:sp>
    </p:spTree>
    <p:extLst>
      <p:ext uri="{BB962C8B-B14F-4D97-AF65-F5344CB8AC3E}">
        <p14:creationId xmlns:p14="http://schemas.microsoft.com/office/powerpoint/2010/main" val="1900063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04094-FCA6-4B5B-A080-210258F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E1F4E-838F-444C-9744-0E9E1720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 명령 한 줄 해부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00026-5B25-4C1F-8C23-320BE076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7D987-6141-4224-9161-33A6344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FF3CE-CCD4-444D-B958-FF9D400F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MoveL pPick, v100, fine, toolGrip\WObj:=wobjTable;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35CE2-8D0F-4BEC-B443-A9C1FAAA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8A374-B5AB-4C53-8168-E41AA446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pPick: 목표 robtarget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v100: TCP 속도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fine: 점에서 정지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toolGrip + wobjTable: 기준</a:t>
            </a:r>
          </a:p>
        </p:txBody>
      </p:sp>
    </p:spTree>
    <p:extLst>
      <p:ext uri="{BB962C8B-B14F-4D97-AF65-F5344CB8AC3E}">
        <p14:creationId xmlns:p14="http://schemas.microsoft.com/office/powerpoint/2010/main" val="2052481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9C543-49D8-40CB-A209-A157923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A5824-C14B-41D5-94A6-3E191F81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speeddata와 zonedata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A4E5C-EA85-4950-91CF-AEBE1CCE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6E8A3-838D-487D-A5E5-7C410F80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FC1E0-4425-47CD-ACBF-F3DF175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599ED-99C8-4027-9E7F-A97FFB1D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64BCD-CC53-468F-81A9-080F7234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Zone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DD5C3-D1B2-41B0-A7B1-18D45AD9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v100처럼 표준 값 사용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공정·축·외부축 제한 고려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빠름보다 안정적 Cycle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65240-70B6-4C42-922B-B64CBE74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fine은 목표점에서 정지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z10 등은 corner blending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정확도와 처리량의 절충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02348-0AF9-43C8-9B59-E878D32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6364747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321D8-CD72-40EB-9429-B42C7D3E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28F75-9C32-4D00-8B7E-C7259CEF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fine은 점을 지키고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zone은 흐름을 지킨다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0A81D-D561-414E-917F-28EA9F4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모든 점을 fine으로 만들면 안전해 보이지만 불필요한 정지와 진동이 늘 수 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80CEB-3317-43E7-B178-FE584F1C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D56BE-3B8D-4AAD-89A1-F7E62C51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공정상 반드시 지켜야 하는 점과 통과점의 역할을 구분한다.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34E22-0D3E-4416-ABB9-15DD12B0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0710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16E0C-3810-42D3-A49C-FC87376C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8171B-03D4-47E6-B7C3-7F6543B4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ABD1D-19DC-4B99-91C5-0E228E5F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D2DA1-0797-4D1C-92C6-1CD6AD25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3F86B-1336-4CD8-AF5E-11D16145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CONF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300DE-E82F-4F31-82CE-B0688609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같은 TCP pose에도 여러 축 자세가 가능하다.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9EB4A-8DF2-49E1-B785-0C356830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B7134-80F9-4982-BCF8-3D1225D0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robconf는 목표 자세의 축 영역을 설명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ConfJ·ConfL 설정이 경로 선택에 영향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구성 변경은 큰 축 이동을 만들 수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CBAE2-1049-487E-B9C9-D9CF2B92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구성을 강제로 바꾸기 전 중간 경로를 시뮬레이션한다.</a:t>
            </a:r>
          </a:p>
        </p:txBody>
      </p:sp>
    </p:spTree>
    <p:extLst>
      <p:ext uri="{BB962C8B-B14F-4D97-AF65-F5344CB8AC3E}">
        <p14:creationId xmlns:p14="http://schemas.microsoft.com/office/powerpoint/2010/main" val="19356573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08B65-D6C3-4014-92B9-871B2DD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1AC3E-6605-4D2F-8BA3-AC9C4B6A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특이점은 자유도가 겹치는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7AC92-D288-4956-99E5-1935E7E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31669-D7BD-4972-9636-C09FA428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D472B-FC32-4688-B002-3B0CB7FF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C1672-69FB-4BC8-8EBE-81D3CAD7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일부 축이 같은 효과를 내며 속도 요구가 급증할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54B2F-FEEA-4E5D-8F2C-12D2860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B0E82-ABCD-4712-BA7A-9E594F57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손목·팔·정렬 특이점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경로·자세·툴 방향을 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MoveJ/MoveL 선택과 구성 검토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3E1DF-AB71-447D-AAC8-D4E2DA7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경고를 끄는 것보다 경로 원인을 제거한다.</a:t>
            </a:r>
          </a:p>
        </p:txBody>
      </p:sp>
    </p:spTree>
    <p:extLst>
      <p:ext uri="{BB962C8B-B14F-4D97-AF65-F5344CB8AC3E}">
        <p14:creationId xmlns:p14="http://schemas.microsoft.com/office/powerpoint/2010/main" val="808656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93D05-720F-4C9F-86F3-242EFDB5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056E3-1679-4093-8A27-D1C8FB27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Offs와 RelTool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0FE7D-EE25-4F66-B4AA-2A8B6C91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9DC17-FBD3-4781-89A4-EA31C73D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1A629-481F-4A15-8B85-C0EECD3D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1D5F1-5446-4A86-BF4A-7EACA35E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Offs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52516-DEAC-47EB-BDBC-B6EBA0F2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RelTool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6E2E2-41B9-4CF4-BB26-D8F79964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WorkObject 좌표 방향으로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작업물 기준 접근점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fixture 중심 패턴에 유리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39613-30A7-4B57-84EF-19AC0639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Tool 좌표 방향으로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툴 끝 방향의 접근·이탈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툴 자세가 바뀌면 방향도 바뀜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B0C84-8BFE-48D7-8C86-D29A99EF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905199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94749-C0CD-41C8-A558-A4C00809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DF245-0D28-46C5-952A-682E545E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안전한 작업점 패턴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6FE5F-D3E1-4942-9D06-F7075CCC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7C712-2BFF-48F0-A0E4-FFD03F55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9CA9E-D9F7-4B4E-B396-9BAA55C5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CDB4F-B666-4704-83D4-25381A4C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EF686-5C5F-449B-BF76-4B74AFAB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1F2FC-16AB-4AE1-8642-B5BBED2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Approach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여유 거리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8CE72-15F3-4FE4-9BD0-66555413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Verify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센서·조건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17560-F640-42D6-B226-2239C8F8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Work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저속·fine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A56E3-96F6-4C09-AED2-196BC161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Retreat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충돌 없는 이탈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6522F-74B3-4C11-982B-4499BD4D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목표점 하나보다 접근·작업·이탈 묶음으로 설계한다.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AE6D4-26E9-49BC-9997-8349851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실패 시 어느 단계에서 멈추고 어디로 복귀할지도 정한다.</a:t>
            </a:r>
          </a:p>
        </p:txBody>
      </p:sp>
    </p:spTree>
    <p:extLst>
      <p:ext uri="{BB962C8B-B14F-4D97-AF65-F5344CB8AC3E}">
        <p14:creationId xmlns:p14="http://schemas.microsoft.com/office/powerpoint/2010/main" val="13335817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17B36-7F54-4EDD-A8A2-4BCE6C8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DDD1F-6B5E-4EF5-9130-92E896B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RobotStudio에서 볼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1F959-05F5-4199-91D7-4375C5AF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99CE9-EE72-43FC-A7BA-F7241D1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3A0E2-7F52-4AF5-868A-43FD3D8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DC9CA-2B2B-48E9-92D1-A4732EF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애니메이션만 보고 성공이라고 판단하지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8B82F-7F8A-4CCA-A8A2-ABD1B1CB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B6A45-4DB1-4095-803A-6DC2D5F0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Collision Set과 최소 간격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축 값·속도·가속도 그래프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TCP 경로·configuration 변화</a:t>
            </a:r>
          </a:p>
        </p:txBody>
      </p:sp>
    </p:spTree>
    <p:extLst>
      <p:ext uri="{BB962C8B-B14F-4D97-AF65-F5344CB8AC3E}">
        <p14:creationId xmlns:p14="http://schemas.microsoft.com/office/powerpoint/2010/main" val="17492168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8E954-3BAA-47AC-AEE8-7ED408B6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287E6-CC5B-42AF-AF5F-9D91E9F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외부축과 로봇축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2D727-9AD0-4445-A347-E4D1EDFB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C426E-1660-44EC-9C6F-5F0451F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CB012-6C33-41FA-8CC0-39C79295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3D735-B9C1-409C-A2D2-03F5EDA7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3E5B7-BD88-49C4-9D59-FD251328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외부축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3295F-EF4F-49C3-85B5-9A6E2D22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일반적으로 1~6축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TCP pose를 주로 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구성과 특이점 영향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60D36-1E40-4F72-928B-BE58D2EB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포지셔너·트랙 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robtarget extax와 동기화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기계 단위·보정·제한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93511-1F45-4463-9FAC-05F1BA1D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19780205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D355E-0A2D-4E4E-90AB-89DD013E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C2D3D-5F0F-4A6D-A283-6C1203A6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I/O는 로봇과 셀의 약속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B6A0A-6088-4110-98F1-C8F4B915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F6CF5-2FC0-451F-AD3C-431C4CBD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41E1C-A51D-4F0F-B7A8-127D062B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4FD4C-5C31-4595-BE0E-C2ED4D9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CD524-A056-4336-8CBD-BC67388B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37338-3E6D-4FB1-8918-E9BC4640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593CF-53A6-4807-A283-184C3AA2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Sensor/PLC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상태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39519-7914-4898-AEDD-A162AAD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DI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 관찰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0539F-1818-4671-A5FA-4CFCC0A0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Logic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인터록 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11673-E8E8-4692-8032-7324253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DO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동작 요청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CCD85-CC47-43DD-BDF4-9F114EB5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Feedback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결과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D1CE4-185A-450E-801A-DE235C73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입력은 관찰하고, 출력은 요청하며, 실제 결과는 다시 입력으로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F6EBD-469F-465E-8916-F6F54CE4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출력을 켰다고 물리 동작 성공이 보장되지는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4804782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CDE43-7F00-4D7E-9B46-0EB1FD22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C952C-B3B5-4F80-A699-DE9B8FCA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AliasIO로 이름과 구성을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19F8E-AB3F-4FE7-AAB7-D8727875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73697-D34A-46C7-BEA6-2FDD66C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DCEB8-BB58-4A92-AA7B-3B2A7E1F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VAR signaldo doGrip;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VAR signaldi diGripClosed;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PROC InitIo()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AliasIO "DO_Gripper_Close", doGrip;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AliasIO "DI_Gripper_Closed", diGripClosed;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ENDPROC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1B32B-B553-4FA0-859D-0C7B8256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29F9D-5E8E-45CD-AC92-E7EF6FE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코드 이름과 시스템 신호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현장 맵 변경을 한곳에서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초기화 실패를 로그로 남김</a:t>
            </a:r>
          </a:p>
        </p:txBody>
      </p:sp>
    </p:spTree>
    <p:extLst>
      <p:ext uri="{BB962C8B-B14F-4D97-AF65-F5344CB8AC3E}">
        <p14:creationId xmlns:p14="http://schemas.microsoft.com/office/powerpoint/2010/main" val="3865059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2F580-785C-4839-9384-C19EAC1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7076A-7029-4461-A6A3-9C895D6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WaitDI에는 타임아웃을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7A6BF-FB2B-4B25-9E95-737811EA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1764F-FA7B-4448-A14B-271C675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1900C-A154-4B18-AEA6-7FF2E125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SetDO doGrip, 1;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WaitDI diGripClosed, 1\MaxTime:=2.0\TimeFlag:=vTimedOut;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IF vTimedOut THEN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RAISE ERR_GRIP_TIMEOUT;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EA86C-4827-464D-8A8E-B9020986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7F859-EBFA-4812-8197-B3C1EA24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영원히 기다리지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실패 원인을 명시적 오류로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복구 루틴으로 전달</a:t>
            </a:r>
          </a:p>
        </p:txBody>
      </p:sp>
    </p:spTree>
    <p:extLst>
      <p:ext uri="{BB962C8B-B14F-4D97-AF65-F5344CB8AC3E}">
        <p14:creationId xmlns:p14="http://schemas.microsoft.com/office/powerpoint/2010/main" val="11067754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5BE6E-23C6-4AE6-A46D-B9B5445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11F00-4346-45F1-9F47-DC8894D4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명령과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D9CD7-5B5D-4D79-8918-0E098320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DF5ED-EFC3-4376-BDBC-7CABAAE8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E6AAA-0F5F-43E6-94E7-4D274E1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13CDF-3CAF-4148-B788-529D3BD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SetDO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638B1-86B5-4459-8E7A-CF511F71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WaitDI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0F90D-919E-4048-B201-5D84E60B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출력 상태를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전기 신호가 켜졌음을 의미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기계 완료와는 다름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3F941-EA38-4DF1-865B-5BB14BE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센서 또는 PLC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시간 제한과 실패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stuck 신호 진단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42A67-45DB-4C05-84EF-5E7BB95C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출력 → 피드백 → 다음 단계가 기본 인터록 패턴이다.</a:t>
            </a:r>
          </a:p>
        </p:txBody>
      </p:sp>
    </p:spTree>
    <p:extLst>
      <p:ext uri="{BB962C8B-B14F-4D97-AF65-F5344CB8AC3E}">
        <p14:creationId xmlns:p14="http://schemas.microsoft.com/office/powerpoint/2010/main" val="10411760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696B7-733B-4240-B77A-CE012EE2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D49C2-8B1F-45C9-8062-B937A1D0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PulseDO와 순간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063BF-925C-4345-A7DE-AEE08FF2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4C641-3510-4717-945E-672C1AE1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E4DE0-B6BF-4F9C-AFEC-C0796E5A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PULSE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AB3B7-23B6-460B-BAC1-DFBB311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상대 장치가 에지 신호를 기대할 때 사용한다.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7A361-CFE4-4B09-8044-6531EFE8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71A73-AA1C-4140-BD94-38891896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펄스 길이는 인터페이스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재시도 시 중복 트리거 위험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수신 확인 또는 command id 고려</a:t>
            </a:r>
          </a:p>
        </p:txBody>
      </p:sp>
    </p:spTree>
    <p:extLst>
      <p:ext uri="{BB962C8B-B14F-4D97-AF65-F5344CB8AC3E}">
        <p14:creationId xmlns:p14="http://schemas.microsoft.com/office/powerpoint/2010/main" val="17226931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A29ED-02BF-4339-B676-68AC8F3D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E6965-CBEA-46D7-A74A-AA32E9EA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인터럽트와 TRAP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7E53D-2D93-448F-A042-D58657EA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B0124-D9EE-49F4-BCCE-88CBA62F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95507-4DDD-4731-9D9E-6AFAA594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42FCC-2E99-4BE9-BB75-8A22A73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E5723-BF10-4215-8205-1A9FDF4D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F0CF5-FFD4-4BD0-9B86-46A76D1D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CONNECT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TRAP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048F7-C399-460F-A95A-4417E893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ISignalDI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신호 감시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152F2-F0AD-417C-ACED-982A8D07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Event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비동기 발생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E3D33-726E-430B-921D-E9370E0E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TRAP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짧게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BC35B-48F7-4158-8C37-1CC9B1C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TRAP은 빠르게 상태를 기록하고 주 흐름에 복구를 맡긴다.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A3A26-4ABA-4A3E-8442-2B3CB95E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긴 모션·대기·복잡한 통신을 TRAP에 몰아넣지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42317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94627-6208-4934-9EA7-90400012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D9DD3-5CCF-4AC5-9A03-DADF183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ERROR 블록의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091D5-4137-49DE-A7A9-53105D14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D5DE2-3412-4D21-9BB4-2153AF89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D0EA3-2A46-47F5-A1FE-0B012456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PROC RunJob()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! normal path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MoveL pWork,v100,fine,tool1;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ERROR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TPWrite "ERR=" + NumToStr(ERRNO,0);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Stop;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ENDPROC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8F0C3-DFCC-4384-A6C9-D7B471D7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7EE0D-AC44-4149-B659-0470763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오류 번호와 맥락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안전 상태로 전환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삼키지 말고 복구 정책 적용</a:t>
            </a:r>
          </a:p>
        </p:txBody>
      </p:sp>
    </p:spTree>
    <p:extLst>
      <p:ext uri="{BB962C8B-B14F-4D97-AF65-F5344CB8AC3E}">
        <p14:creationId xmlns:p14="http://schemas.microsoft.com/office/powerpoint/2010/main" val="17693683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26A6A-432C-4FCF-A0EC-D15AFBE8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C2B1C-C15E-4BE6-B462-A7FE4348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RETRY · TRYNEXT · RAISE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C5B27-8370-46EF-8566-6E2C75AA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30ED6-50DD-431B-A171-C26398AC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C099E-C19A-4572-9FDD-BAF9B35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478C2-C861-4959-915A-F72D7D16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이어가기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E66E1-B636-4524-814F-1758211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전파하기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E3263-7AA3-408D-B57F-B218F753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RETRY: 조건을 고친 뒤 재실행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TRYNEXT: 다음 문장으로 진행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반복 횟수 제한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438A1-3560-499A-B15E-05D3B9B0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RAISE: 상위 오류 처리로 전달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원인과 상태 보존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안전 경계는 상위에서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977DF-700C-4B4E-9B76-B79F882C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20957509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A5796-D89F-4BB5-99C2-6CF3F133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8E4D4-26E2-4C7D-BBCC-75A65BE4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상태 머신으로 복구 가능하게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6A360-C081-42BC-86C7-170FA086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B36A1-C3CC-4FCC-BE0C-BEE03590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7EE4C-4BB7-4D1D-A484-6AF062A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B54E4-28AB-46E6-9E97-A403F9CF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5B16B-E7A4-43ED-BE56-4377426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AAEAF-4421-430F-A772-0922ED3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127CB-402C-4776-A0FE-274BB49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IDLE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대기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1E64B-D481-4C79-B59A-B99A6890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조건 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66C0E-8A7B-45C3-B478-599D2139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RUNNING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작업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96964-8E13-408F-839E-7FE6B90F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RECOVERY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안전 복귀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ABD00-6785-4140-AE94-DC9B7A2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FAULT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승인 필요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297CD-E5C2-4F46-A9E0-4834AAB5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상태와 허용 전이를 명시하면 재시작 판단이 쉬워진다.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61140-1AF1-49D3-B0FF-F2DA766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명령 중복과 중간 완료 상태를 함께 기록한다.</a:t>
            </a:r>
          </a:p>
        </p:txBody>
      </p:sp>
    </p:spTree>
    <p:extLst>
      <p:ext uri="{BB962C8B-B14F-4D97-AF65-F5344CB8AC3E}">
        <p14:creationId xmlns:p14="http://schemas.microsoft.com/office/powerpoint/2010/main" val="13457312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F21A8-7CA8-4458-8B9B-A23101BE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D1B11-5219-4BA3-BCEF-2182E939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중단 후 재개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3C1DB-E1DD-4BA0-9857-B9A3220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807E-68C9-4CB8-A4A2-75B5684F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AE799-78EC-40DB-B51F-ECA8895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46413-B502-4C9D-85D9-6295B76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코드 포인터만 보고 재시작하지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7D1B5-88B5-414C-BB4E-51E598B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433D4-6E38-4C80-B3C8-04F040EB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로봇 실제 위치와 tool/wobj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그리퍼·공작물·I/O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PP·MP·현재 상태 머신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C473-2C98-4B7D-BD65-FBE5F1C7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확신할 수 없으면 안전한 홈/복구 절차로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1914949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F3D62-FD41-4C78-AD73-667D613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398B9-D170-4EC5-9F03-42FD0421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 미니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AAFD1-F04B-4E92-9A9C-67AB01B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04F8C-0EAC-4C28-8945-EAEAEE8C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C90C5-8763-4D5E-A290-3C03544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AC409-4208-48F8-9E86-B3F99BA4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05D19-C002-423B-9506-EB3B7135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326A8-5594-4278-8AD9-4120F087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2817B-B402-4CDC-8A16-30AE037D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pHome·pPick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F0989-FF3E-47E8-9624-3D1199D5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28E8C-F933-4DD1-9FD1-73DE786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AD7DD-B84F-4356-BBFC-C47CACED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65002-F10D-4B47-B110-87106A68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tool·wobj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EEFF1-A407-4DD0-AF74-8CCFE28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67AA9-4845-4FCE-BA21-EA54FEC4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CBD1E-FC91-4953-AAA9-4705CCA9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22E28-5C24-4C18-A2B6-946FD5CE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Approach/Work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BC7EB-3A79-4C2B-915E-B14DBFB2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17E08-DC9C-4B68-B74A-BD8183A8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9B2D7-1197-4D4F-BB2D-44F031A5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72881-4958-4C17-9396-ABCB8F3F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충돌·축 그래프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9B399-DE82-4423-8738-5F8504CC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Virtual Controller에서만 수행한 뒤 결과를 기록한다.</a:t>
            </a:r>
          </a:p>
        </p:txBody>
      </p:sp>
    </p:spTree>
    <p:extLst>
      <p:ext uri="{BB962C8B-B14F-4D97-AF65-F5344CB8AC3E}">
        <p14:creationId xmlns:p14="http://schemas.microsoft.com/office/powerpoint/2010/main" val="2556410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99A1-19FA-4173-A3DB-670B4934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698C1-8E1F-416A-9B38-C7A315CC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B797F-4DE0-4C70-83CD-C6403F78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Offs(p,0,0,100)의 +Z는 어느 좌표계를 기준으로 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BAF8E-E2DF-4534-9908-EAE4633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182F9-ED95-46D9-B05C-CF18773E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385F-6698-4BB6-B5B6-2A7FEFEA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9963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기본적으로 해당 robtarget이 해석되는 WorkObject 좌표계 방향을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20411507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32150-2B12-4C2C-94F4-7DD5AA0E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43B4F-82F9-4732-A1B0-3CF9614B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68FB8-0AFF-4D4C-B5E0-7B8BDCDE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SetDO 뒤에 WaitDI를 두는 이유는 무엇인가요?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8455F-5914-4804-9B87-97B5E90D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29BF-8483-4169-B070-71B2AB4D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64F0A-5EEA-441B-B71B-7002F450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945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명령과 실제 물리 결과를 분리하고, 피드백·타임아웃으로 완료를 검증하기 위해서다.</a:t>
            </a:r>
          </a:p>
        </p:txBody>
      </p:sp>
    </p:spTree>
    <p:extLst>
      <p:ext uri="{BB962C8B-B14F-4D97-AF65-F5344CB8AC3E}">
        <p14:creationId xmlns:p14="http://schemas.microsoft.com/office/powerpoint/2010/main" val="4765651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93EB8-9CF0-4D92-A0E8-154387F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842BB-E0C8-482F-A2BB-011FE1C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실기기 전 최종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A8C45-6BE9-4202-B1AA-8FFE81E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22B19-DE5C-4DB5-9FC6-8BD70D6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01D71-3058-4CA0-AD58-0D1EB4ED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6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5A180-001E-4273-BBC6-430AF42F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시뮬레이션에서 맞았던 값도 실제 셀에서 다시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24814-3CA6-4E6D-8219-BB68110A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125AE-D076-44C7-80CD-30325E45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TCP·하중·WorkObject·Target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속도·zone·configuration·중간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모드·인원·인터록·복구 절차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F1CD3-FA5D-4998-99AC-E0ECD3A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이 자료는 현장 안전교육과 위험성 평가를 대체하지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014084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972B9-2BA6-427A-85E7-C000900B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02 · 모션·좌표계·I/O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889F9-AD0D-42F2-BDD7-D84A376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좋은 모션은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좋은 실패 경로까지 포함한다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37B88-3FF3-4643-858B-71084A09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좌표·경로·I/O·오류를 하나의 상태 전이로 설계한다.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19C89-0C29-436E-9C47-E227B413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F337E-1A5B-4647-AA72-B80D9B3D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NEXT · TCP/IP, HTTP, Socket Messaging, Tailscale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E738C-1E71-42E8-B90D-EFF85446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45881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2026-08-09T16:30:20.0920000Z</dcterms:created>
  <dcterms:modified xsi:type="dcterms:W3CDTF">2026-08-09T16:30:20.0920000Z</dcterms:modified>
</coreProperties>
</file>