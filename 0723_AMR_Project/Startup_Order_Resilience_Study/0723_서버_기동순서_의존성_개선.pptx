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7cf45dcd84586" /><Relationship Type="http://schemas.openxmlformats.org/officeDocument/2006/relationships/extended-properties" Target="/docProps/app.xml" Id="R9155278602c04841" /><Relationship Type="http://schemas.openxmlformats.org/officeDocument/2006/relationships/officeDocument" Target="/ppt/presentation.xml" Id="R0569d06c87e446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076bd480d74007"/>
  </p:sldMasterIdLst>
  <p:notesMasterIdLst>
    <p:notesMasterId xmlns:r="http://schemas.openxmlformats.org/officeDocument/2006/relationships" r:id="R741d9465e443421b"/>
  </p:notesMasterIdLst>
  <p:sldIdLst>
    <p:sldId xmlns:r="http://schemas.openxmlformats.org/officeDocument/2006/relationships" id="256" r:id="R86b66d66d5074b83"/>
    <p:sldId xmlns:r="http://schemas.openxmlformats.org/officeDocument/2006/relationships" id="257" r:id="R802dcd0248184ae6"/>
    <p:sldId xmlns:r="http://schemas.openxmlformats.org/officeDocument/2006/relationships" id="258" r:id="R4c9cf8a005924ac1"/>
    <p:sldId xmlns:r="http://schemas.openxmlformats.org/officeDocument/2006/relationships" id="259" r:id="R88a8b7624fc049a8"/>
    <p:sldId xmlns:r="http://schemas.openxmlformats.org/officeDocument/2006/relationships" id="260" r:id="Ra64f1ab566764045"/>
    <p:sldId xmlns:r="http://schemas.openxmlformats.org/officeDocument/2006/relationships" id="261" r:id="Rcb7db40a80664929"/>
    <p:sldId xmlns:r="http://schemas.openxmlformats.org/officeDocument/2006/relationships" id="262" r:id="R9874eec4f95b457a"/>
    <p:sldId xmlns:r="http://schemas.openxmlformats.org/officeDocument/2006/relationships" id="263" r:id="R4a73faec4b774a34"/>
    <p:sldId xmlns:r="http://schemas.openxmlformats.org/officeDocument/2006/relationships" id="264" r:id="Rf641b0cd8d37499b"/>
    <p:sldId xmlns:r="http://schemas.openxmlformats.org/officeDocument/2006/relationships" id="265" r:id="R89162152d37140a3"/>
    <p:sldId xmlns:r="http://schemas.openxmlformats.org/officeDocument/2006/relationships" id="266" r:id="R20b6efe1eafa4c53"/>
    <p:sldId xmlns:r="http://schemas.openxmlformats.org/officeDocument/2006/relationships" id="267" r:id="Rb72ebd141c354686"/>
    <p:sldId xmlns:r="http://schemas.openxmlformats.org/officeDocument/2006/relationships" id="268" r:id="R4430256b5f9c43b2"/>
    <p:sldId xmlns:r="http://schemas.openxmlformats.org/officeDocument/2006/relationships" id="269" r:id="R911379f698b74fa6"/>
    <p:sldId xmlns:r="http://schemas.openxmlformats.org/officeDocument/2006/relationships" id="270" r:id="Rc4414b79acea43a6"/>
    <p:sldId xmlns:r="http://schemas.openxmlformats.org/officeDocument/2006/relationships" id="271" r:id="R7c9fee46de3a45c7"/>
    <p:sldId xmlns:r="http://schemas.openxmlformats.org/officeDocument/2006/relationships" id="272" r:id="R421e78a4f2b84b70"/>
    <p:sldId xmlns:r="http://schemas.openxmlformats.org/officeDocument/2006/relationships" id="273" r:id="Raa620060b58a4754"/>
    <p:sldId xmlns:r="http://schemas.openxmlformats.org/officeDocument/2006/relationships" id="274" r:id="Rf536a82533e749c9"/>
    <p:sldId xmlns:r="http://schemas.openxmlformats.org/officeDocument/2006/relationships" id="275" r:id="R436cfa645c0e4e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bebe776a6b46ae" /><Relationship Type="http://schemas.openxmlformats.org/officeDocument/2006/relationships/slideMaster" Target="/ppt/slideMasters/slideMaster1.xml" Id="R2e076bd480d74007" /><Relationship Type="http://schemas.openxmlformats.org/officeDocument/2006/relationships/notesMaster" Target="/ppt/notesMasters/notesMaster1.xml" Id="R741d9465e443421b" /><Relationship Type="http://schemas.openxmlformats.org/officeDocument/2006/relationships/presProps" Target="/ppt/presProps.xml" Id="Re42b05299a274557" /><Relationship Type="http://schemas.openxmlformats.org/officeDocument/2006/relationships/tableStyles" Target="/ppt/tableStyles.xml" Id="R214a43be478a44d3" /><Relationship Type="http://schemas.openxmlformats.org/officeDocument/2006/relationships/slide" Target="/ppt/slides/slide1.xml" Id="R86b66d66d5074b83" /><Relationship Type="http://schemas.openxmlformats.org/officeDocument/2006/relationships/slide" Target="/ppt/slides/slide2.xml" Id="R802dcd0248184ae6" /><Relationship Type="http://schemas.openxmlformats.org/officeDocument/2006/relationships/slide" Target="/ppt/slides/slide3.xml" Id="R4c9cf8a005924ac1" /><Relationship Type="http://schemas.openxmlformats.org/officeDocument/2006/relationships/slide" Target="/ppt/slides/slide4.xml" Id="R88a8b7624fc049a8" /><Relationship Type="http://schemas.openxmlformats.org/officeDocument/2006/relationships/slide" Target="/ppt/slides/slide5.xml" Id="Ra64f1ab566764045" /><Relationship Type="http://schemas.openxmlformats.org/officeDocument/2006/relationships/slide" Target="/ppt/slides/slide6.xml" Id="Rcb7db40a80664929" /><Relationship Type="http://schemas.openxmlformats.org/officeDocument/2006/relationships/slide" Target="/ppt/slides/slide7.xml" Id="R9874eec4f95b457a" /><Relationship Type="http://schemas.openxmlformats.org/officeDocument/2006/relationships/slide" Target="/ppt/slides/slide8.xml" Id="R4a73faec4b774a34" /><Relationship Type="http://schemas.openxmlformats.org/officeDocument/2006/relationships/slide" Target="/ppt/slides/slide9.xml" Id="Rf641b0cd8d37499b" /><Relationship Type="http://schemas.openxmlformats.org/officeDocument/2006/relationships/slide" Target="/ppt/slides/slide10.xml" Id="R89162152d37140a3" /><Relationship Type="http://schemas.openxmlformats.org/officeDocument/2006/relationships/slide" Target="/ppt/slides/slide11.xml" Id="R20b6efe1eafa4c53" /><Relationship Type="http://schemas.openxmlformats.org/officeDocument/2006/relationships/slide" Target="/ppt/slides/slide12.xml" Id="Rb72ebd141c354686" /><Relationship Type="http://schemas.openxmlformats.org/officeDocument/2006/relationships/slide" Target="/ppt/slides/slide13.xml" Id="R4430256b5f9c43b2" /><Relationship Type="http://schemas.openxmlformats.org/officeDocument/2006/relationships/slide" Target="/ppt/slides/slide14.xml" Id="R911379f698b74fa6" /><Relationship Type="http://schemas.openxmlformats.org/officeDocument/2006/relationships/slide" Target="/ppt/slides/slide15.xml" Id="Rc4414b79acea43a6" /><Relationship Type="http://schemas.openxmlformats.org/officeDocument/2006/relationships/slide" Target="/ppt/slides/slide16.xml" Id="R7c9fee46de3a45c7" /><Relationship Type="http://schemas.openxmlformats.org/officeDocument/2006/relationships/slide" Target="/ppt/slides/slide17.xml" Id="R421e78a4f2b84b70" /><Relationship Type="http://schemas.openxmlformats.org/officeDocument/2006/relationships/slide" Target="/ppt/slides/slide18.xml" Id="Raa620060b58a4754" /><Relationship Type="http://schemas.openxmlformats.org/officeDocument/2006/relationships/slide" Target="/ppt/slides/slide19.xml" Id="Rf536a82533e749c9" /><Relationship Type="http://schemas.openxmlformats.org/officeDocument/2006/relationships/slide" Target="/ppt/slides/slide20.xml" Id="R436cfa645c0e4e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8932b4203f4e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380d95f10547dc" /><Relationship Type="http://schemas.openxmlformats.org/officeDocument/2006/relationships/notesMaster" Target="/ppt/notesMasters/notesMaster1.xml" Id="R9da68a17851d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509c5d67ef47e2" /><Relationship Type="http://schemas.openxmlformats.org/officeDocument/2006/relationships/notesMaster" Target="/ppt/notesMasters/notesMaster1.xml" Id="Rb1c6f203072a40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f2cae747754141" /><Relationship Type="http://schemas.openxmlformats.org/officeDocument/2006/relationships/notesMaster" Target="/ppt/notesMasters/notesMaster1.xml" Id="Rb0e38c5542d64b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7624f6eef41bb" /><Relationship Type="http://schemas.openxmlformats.org/officeDocument/2006/relationships/notesMaster" Target="/ppt/notesMasters/notesMaster1.xml" Id="R7d600ac6c23047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c1573243f94df5" /><Relationship Type="http://schemas.openxmlformats.org/officeDocument/2006/relationships/notesMaster" Target="/ppt/notesMasters/notesMaster1.xml" Id="Rff90904c598c42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ead4de20734c77" /><Relationship Type="http://schemas.openxmlformats.org/officeDocument/2006/relationships/notesMaster" Target="/ppt/notesMasters/notesMaster1.xml" Id="Ra8d12cb4b2054f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757905274741b9" /><Relationship Type="http://schemas.openxmlformats.org/officeDocument/2006/relationships/notesMaster" Target="/ppt/notesMasters/notesMaster1.xml" Id="Re27cce02c34446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b0910c512a4e7c" /><Relationship Type="http://schemas.openxmlformats.org/officeDocument/2006/relationships/notesMaster" Target="/ppt/notesMasters/notesMaster1.xml" Id="R66cb2fb43ef84a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f14b2ee4eb4a87" /><Relationship Type="http://schemas.openxmlformats.org/officeDocument/2006/relationships/notesMaster" Target="/ppt/notesMasters/notesMaster1.xml" Id="R7f21e93b64b14d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31c96bc5d94123" /><Relationship Type="http://schemas.openxmlformats.org/officeDocument/2006/relationships/notesMaster" Target="/ppt/notesMasters/notesMaster1.xml" Id="R531ab4ffdb9642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1975ca1dfb4d83" /><Relationship Type="http://schemas.openxmlformats.org/officeDocument/2006/relationships/notesMaster" Target="/ppt/notesMasters/notesMaster1.xml" Id="Ra7c1d8206e7440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b105f239374612" /><Relationship Type="http://schemas.openxmlformats.org/officeDocument/2006/relationships/notesMaster" Target="/ppt/notesMasters/notesMaster1.xml" Id="R1475cadf6aca40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32d07d19b3412d" /><Relationship Type="http://schemas.openxmlformats.org/officeDocument/2006/relationships/notesMaster" Target="/ppt/notesMasters/notesMaster1.xml" Id="R902f99c907b641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3a715f6b0748dd" /><Relationship Type="http://schemas.openxmlformats.org/officeDocument/2006/relationships/notesMaster" Target="/ppt/notesMasters/notesMaster1.xml" Id="R9096d1aade3240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cdad4c44e44207" /><Relationship Type="http://schemas.openxmlformats.org/officeDocument/2006/relationships/notesMaster" Target="/ppt/notesMasters/notesMaster1.xml" Id="R7c637e86be9742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b7594a591a4ca1" /><Relationship Type="http://schemas.openxmlformats.org/officeDocument/2006/relationships/notesMaster" Target="/ppt/notesMasters/notesMaster1.xml" Id="R90b04699796548f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953a123c1d412f" /><Relationship Type="http://schemas.openxmlformats.org/officeDocument/2006/relationships/notesMaster" Target="/ppt/notesMasters/notesMaster1.xml" Id="R255d553751c342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f903128c574a8b" /><Relationship Type="http://schemas.openxmlformats.org/officeDocument/2006/relationships/notesMaster" Target="/ppt/notesMasters/notesMaster1.xml" Id="R7b1559e4e7c641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c2952a5ca64a57" /><Relationship Type="http://schemas.openxmlformats.org/officeDocument/2006/relationships/notesMaster" Target="/ppt/notesMasters/notesMaster1.xml" Id="R46da3401e55349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673f1574a54c50" /><Relationship Type="http://schemas.openxmlformats.org/officeDocument/2006/relationships/notesMaster" Target="/ppt/notesMasters/notesMaster1.xml" Id="R1d8159891de146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이 자료의 결론은 ‘재접속을 많이 시도하자’가 아니라, 현재 세션의 실제 준비 상태를 확인해 안전하게 수렴시키자는 것이다.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사용자가 경험한 재현 조건을 코드의 세션·플래그 수명과 연결해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중앙 서버의 relays 목록은 전송 경로의 존재를 보여주지만 전체 경로의 준비 상태를 보장하지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정상 순서는 문제를 해결한 것이 아니라 모든 프로세스 수명을 맞춰 오래된 상태가 보이지 않게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https://www.rfc-editor.org/rfc/rfc9293.html</a:t>
            </a:r>
          </a:p>
          <a:p xmlns:a="http://schemas.openxmlformats.org/drawingml/2006/main">
            <a:r>
              <a:t>- https://docs.python.org/3/library/socket.html#socket.socket.sendall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TCP는 바이트 스트림의 전달을 제공하지만 애플리케이션의 준비 상태나 로봇 명령 완료를 정의하지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 · _four_abb_start_sent, _mark_4abb_started, _is_4abb_started, _ensure_4abb_receiving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send 기록은 장비의 지속 상태가 아니다. 이 상태는 robot_session_id에 귀속시키거나 observed state로 교체해야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 · relay_admin_command, reconnect_abb, failed-command resend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첫 전송이 실제로 처리되었는지 모를 때 자동 재전송하면 로봇 동작을 중복 실행할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 · _run_production, sequential self.send calls</a:t>
            </a:r>
          </a:p>
          <a:p xmlns:a="http://schemas.openxmlformats.org/drawingml/2006/main">
            <a:r>
              <a:t>- https://docs.python.org/3/library/socket.html#socket.socket.sendall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준비 장벽을 먼저 통과하고, 이후 각 명령의 ACK와 RESULT를 추적해야 부분 실행을 피할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C:/dev/Study/0723_AMR_Project/Final_Ver07/Rapid/3abb.mod (same design concern: 4abb.mod, 5abb.mod) · Run_Socket_Server, WaitForAmrArrived, SocketReceive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업무 함수는 소켓을 직접 읽지 않고 중앙 수신 루프가 상태 변수나 이벤트로 전달해야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이 타임라인은 코드의 상태 수명을 근거로 한 대표 시나리오다. 현장 오류 로그와 대조하면 더 정확한 재현 조건을 얻을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복구의 완료 조건은 연결 성공이 아니라 현재 세션의 상태 동기화와 READY 선언이다.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상태 이름은 구현에 맞게 조정할 수 있지만 TCP_CONNECTED와 READY 사이의 HANDSHAKING·SYNCHRONIZING 단계는 유지한다.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한쪽의 재접속 루프가 다른 쪽의 상태 감시를 막지 않도록 스레드·태스크와 상태 저장소를 분리한다.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세션 ID가 바뀌면 이전 READY·Start 전송 기록·미완료 이벤트를 자동 무효화한다.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_four_abb_start_sent 같은 불리언을 observed state로 취급하지 않는다. 새 robot_session이 보이면 이전 관측을 폐기한다.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https://docs.python.org/3/library/socket.html#socket.socket.sendall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sendall 성공은 생명주기의 시작일 뿐이다. ACK·RESULT와 타임아웃을 중앙 서버가 추적한다.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중계기 또는 SQLite에 command_id와 결과를 기록해 동일 명령의 중복 실행을 막는다. 실제 동작의 재개는 상태 조회와 정책 판단 뒤에만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현재는 4abb의 일부 조건만 별도 확인한다. 목표는 AMR·3abb·4abb·5abb 전체 readiness barrier다.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P0는 위험한 재전송과 부분 시작을 우선 막는다. P1·P2에서 운영 순서 의존을 구조적으로 제거한다.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C:/dev/Study/0723_AMR_Project/Final_Ver07/Server/Server_admin_Web.py</a:t>
            </a:r>
          </a:p>
          <a:p xmlns:a="http://schemas.openxmlformats.org/drawingml/2006/main">
            <a:r>
              <a:t>- C:/dev/Study/0723_AMR_Project/Final_Ver07/Server/3abb_connector.py (same pattern: 4abb_connector.py, 5abb_connector.py)</a:t>
            </a:r>
          </a:p>
          <a:p xmlns:a="http://schemas.openxmlformats.org/drawingml/2006/main">
            <a:r>
              <a:t>- C:/dev/Study/0723_AMR_Project/Final_Ver07/Rapid/3abb.mod (same design concern: 4abb.mod, 5abb.mod)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이 테스트는 실제 장비 없이 가짜 소켓으로 먼저 자동화하고, RobotStudio에서 RAPID 통합 검증 후 실장비 저속 시험으로 넘어간다.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f4d64792c46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405837a574a96" /><Relationship Type="http://schemas.openxmlformats.org/officeDocument/2006/relationships/slideLayout" Target="/ppt/slideLayouts/slideLayout1.xml" Id="Re6df12c707534f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df12c707534f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9f3ab1f564fdd" /><Relationship Type="http://schemas.openxmlformats.org/officeDocument/2006/relationships/notesSlide" Target="/ppt/notesSlides/notesSlide1.xml" Id="Rbaf7079f60ae47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5cac17e784718" /><Relationship Type="http://schemas.openxmlformats.org/officeDocument/2006/relationships/notesSlide" Target="/ppt/notesSlides/notesSlide2.xml" Id="R677fae732e614c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817d30fe94f20" /><Relationship Type="http://schemas.openxmlformats.org/officeDocument/2006/relationships/notesSlide" Target="/ppt/notesSlides/notesSlide3.xml" Id="R9f67076eb1734e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5bd8970a84f0a" /><Relationship Type="http://schemas.openxmlformats.org/officeDocument/2006/relationships/notesSlide" Target="/ppt/notesSlides/notesSlide4.xml" Id="R7a8b60120c8448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097ccd6e0472d" /><Relationship Type="http://schemas.openxmlformats.org/officeDocument/2006/relationships/notesSlide" Target="/ppt/notesSlides/notesSlide5.xml" Id="R114559d9e675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fd925cfab403a" /><Relationship Type="http://schemas.openxmlformats.org/officeDocument/2006/relationships/notesSlide" Target="/ppt/notesSlides/notesSlide6.xml" Id="R18a74ef458f349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89824794a4e41" /><Relationship Type="http://schemas.openxmlformats.org/officeDocument/2006/relationships/notesSlide" Target="/ppt/notesSlides/notesSlide7.xml" Id="Rbf33fa67c71a4e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3e2eb5a1c413e" /><Relationship Type="http://schemas.openxmlformats.org/officeDocument/2006/relationships/notesSlide" Target="/ppt/notesSlides/notesSlide8.xml" Id="Rf1b270999f944c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78abd501d44e4" /><Relationship Type="http://schemas.openxmlformats.org/officeDocument/2006/relationships/notesSlide" Target="/ppt/notesSlides/notesSlide9.xml" Id="R23bbdfe56d154f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3e15de94245c9" /><Relationship Type="http://schemas.openxmlformats.org/officeDocument/2006/relationships/notesSlide" Target="/ppt/notesSlides/notesSlide10.xml" Id="Rc11ec8b93b1345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cd7fa795c448e" /><Relationship Type="http://schemas.openxmlformats.org/officeDocument/2006/relationships/notesSlide" Target="/ppt/notesSlides/notesSlide11.xml" Id="Rcf266270262446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99c3cc59f4160" /><Relationship Type="http://schemas.openxmlformats.org/officeDocument/2006/relationships/notesSlide" Target="/ppt/notesSlides/notesSlide12.xml" Id="Reb3a52238cb946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7960046f742ba" /><Relationship Type="http://schemas.openxmlformats.org/officeDocument/2006/relationships/notesSlide" Target="/ppt/notesSlides/notesSlide13.xml" Id="Rc50528022bea4c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624511c3d4dda" /><Relationship Type="http://schemas.openxmlformats.org/officeDocument/2006/relationships/notesSlide" Target="/ppt/notesSlides/notesSlide14.xml" Id="R71b72cdc2fe740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92607735946dd" /><Relationship Type="http://schemas.openxmlformats.org/officeDocument/2006/relationships/notesSlide" Target="/ppt/notesSlides/notesSlide15.xml" Id="R832a7acfc63248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2e36c56184cc8" /><Relationship Type="http://schemas.openxmlformats.org/officeDocument/2006/relationships/notesSlide" Target="/ppt/notesSlides/notesSlide16.xml" Id="Radddded32f3c4c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56df831f14f69" /><Relationship Type="http://schemas.openxmlformats.org/officeDocument/2006/relationships/notesSlide" Target="/ppt/notesSlides/notesSlide17.xml" Id="Rdc8fc1f8d8544b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1ce83d48c4671" /><Relationship Type="http://schemas.openxmlformats.org/officeDocument/2006/relationships/notesSlide" Target="/ppt/notesSlides/notesSlide18.xml" Id="R6d94040cf6e045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3086e3e4f40f0" /><Relationship Type="http://schemas.openxmlformats.org/officeDocument/2006/relationships/notesSlide" Target="/ppt/notesSlides/notesSlide19.xml" Id="R68337a414de64f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5fed7f522460b" /><Relationship Type="http://schemas.openxmlformats.org/officeDocument/2006/relationships/notesSlide" Target="/ppt/notesSlides/notesSlide20.xml" Id="R6563347073974c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D6E4E-C83D-4057-B240-CA524953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C2C2E-8BE8-4918-9B5B-E0AA490F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F6555-97A2-4592-A424-0D7B794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ABB / PYTHON SERVER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3C458-2EAD-4168-9C51-992033D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28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기동 순서가</a:t>
            </a:r>
          </a:p>
          <a:p xmlns:a="http://schemas.openxmlformats.org/drawingml/2006/main">
            <a:pPr algn="l">
              <a:defRPr sz="4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필요 없는 서버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4F06F-9F9A-4DCD-81A3-EBBA14EA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048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‘연결됨’을 ‘준비됨’으로 착각하지 않는 설계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6E4F0-747B-4298-A565-D9D8C7A1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59633-A3CF-457A-9C8F-505739A7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코드 분석 · 개선 구조 · 구현 순서 · 시험표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0C726-5A13-4AA7-A794-F86CDB35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1047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30FAA-3E90-461F-8E33-88C7EE65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0" cy="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ADF47-C590-4E01-9B14-DD7B9BB3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047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F3E5B-1406-4F21-B13B-70708F18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1047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FF025-27F1-4E72-B76B-D9F64F67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0" cy="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4CDAD-DFF0-4567-A6CC-5611052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047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BA8FD-6F21-4D29-A737-C2CC5D37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CENTRAL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317B2-2E9D-4E6A-855B-4BAC9538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31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104D9-7E79-4311-8618-A971BFE2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ABB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B8178-6F69-4625-A119-A7FC3760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AMR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BEAE3-01CB-410D-9775-235A283F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619750"/>
            <a:ext cx="2476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B31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AUTO-CONVERGE</a:t>
            </a:r>
          </a:p>
        </p:txBody>
      </p:sp>
    </p:spTree>
    <p:extLst>
      <p:ext uri="{BB962C8B-B14F-4D97-AF65-F5344CB8AC3E}">
        <p14:creationId xmlns:p14="http://schemas.microsoft.com/office/powerpoint/2010/main" val="938242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A402E-4E48-4FD6-983F-9823AF8E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현상에서 원인까지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F162A-CCDC-46D8-9A99-67B22871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971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문제는 기동 순서가 아니라</a:t>
            </a:r>
          </a:p>
          <a:p xmlns:a="http://schemas.openxmlformats.org/drawingml/2006/main">
            <a:pPr algn="l">
              <a:defRPr sz="4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서로의 ‘현재 상태’를 모른다는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DD5E3-723A-4B73-BF0D-CB7B682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중앙 서버 → ABB Main → 중계기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220F8-0055-4F7A-8E82-C822D024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495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이 순서에서는 우연히 모든 메모리·소켓·작업 상태가 함께 초기화된다.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087C4-F673-4220-88B4-B26EED16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다른 순서 / 일부만 재시작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B5491-3F7A-4024-811A-1E8F3AE5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95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이전 세션의 플래그·이벤트·명령이 남아 실제 상태와 서버의 믿음이 갈라진다.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49722-B865-4803-9CCF-8F4E7C1A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핵심 진단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17649-08DF-4008-A38C-BB9A9343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TCP_CONNECTED ≠ READY</a:t>
            </a:r>
          </a:p>
        </p:txBody>
      </p:sp>
    </p:spTree>
    <p:extLst>
      <p:ext uri="{BB962C8B-B14F-4D97-AF65-F5344CB8AC3E}">
        <p14:creationId xmlns:p14="http://schemas.microsoft.com/office/powerpoint/2010/main" val="113116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CB921-C458-4621-803D-76A54DEB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6D1D4-C2D8-4A99-B732-363E428E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현재 구조: 3단계인데, 상태 계약은 1단계뿐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A2D29-15C2-40EC-906B-99D6C40C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C1BCF-0B39-46E9-B604-E1859D81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C0A7F-F5F8-487F-A504-E7E4E550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37489-D979-4180-B937-FE45D4A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B6CEE-5AA8-4654-9498-C0DEFDCF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051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347AB-6A94-4822-A436-D7CB693D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중앙 서버</a:t>
            </a:r>
          </a:p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오케스트레이션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2BC37-4A5D-4C74-8DD1-9E340FE2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656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0656F"/>
                </a:solidFill>
                <a:latin typeface="Consolas"/>
                <a:ea typeface="Consolas"/>
                <a:cs typeface="Consolas"/>
              </a:rPr>
              <a:t>Server_admin_Web.py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C40AD-0CD9-4638-8787-474D13C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중계기</a:t>
            </a:r>
          </a:p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양방향 전달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4D10F-77D8-4334-B2F5-F0F0D7D0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656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0656F"/>
                </a:solidFill>
                <a:latin typeface="Consolas"/>
                <a:ea typeface="Consolas"/>
                <a:cs typeface="Consolas"/>
              </a:rPr>
              <a:t>3·4·5abb_connector.py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9805C-ABBE-4D44-A33A-3FCE35FB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 Controller</a:t>
            </a:r>
          </a:p>
          <a:p xmlns:a="http://schemas.openxmlformats.org/drawingml/2006/main">
            <a:pPr algn="ctr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 socket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CEFBA-8636-41D5-8C78-601EA3DB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95500"/>
            <a:ext cx="1104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로봇 셀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모션 · I/O · PLC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5C9E0-E227-4580-97F1-00C4D656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현재 확인 가능한 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AF253-51B7-45C3-8C77-31A1D04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237D1-ABF1-4F75-AB89-B99D805E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19650"/>
            <a:ext cx="4714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중계기 소켓이 중앙 서버에 연결됨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9A753-86A5-4D06-AF69-38E47FA6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05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A7F71-6BE3-4379-90E3-24DCCB93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29225"/>
            <a:ext cx="4714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문자열 명령을 소켓에 썼음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FB28A-AC07-4779-A1B6-8357D574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35C13-A202-47C3-BB8C-2B48176D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38800"/>
            <a:ext cx="4714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일부 Done·상태 문자를 받음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23962-724E-46D7-82C8-31DADCB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291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현재 부족한 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B0965-E64E-476F-8EAC-571726E3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95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4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5C933-49CE-4F00-B0E9-BAC96966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19650"/>
            <a:ext cx="4714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그 뒤 ABB가 지금 명령 수신 가능한지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1409C-3F83-4C83-AE44-1A530D89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05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4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86BDE-8ACD-426A-B139-20FDE935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229225"/>
            <a:ext cx="4714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이 연결이 어느 실행 세션인지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66C2EC-996F-4AB0-AB54-5093674C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15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4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D2CBD-B510-4B7B-B299-939D1150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638800"/>
            <a:ext cx="4714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명령을 수신·시작·완료했는지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2C432D-13D4-4BF5-90CC-89434D28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838659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2E424-9468-46D3-80BD-B147A8EC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C6B34-0EF9-449B-8E73-8F5AACED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왜 정해진 순서에서는 잘 되는가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12A10-6E88-4E0A-A6AC-89392B43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10056-9DF0-4A85-8033-19E85576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59BE3-CD85-4E85-99D0-2F30DCAF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0001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CF580-3E08-46FF-8B93-5E468E50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3CF2C-E810-4EAE-A306-A5FF167D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DC0CE-7217-4DCA-9E59-12BC4A4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중앙 서버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FCD14-56D9-499F-8B90-E1CA8F0D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플래그·큐·이벤트가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새 프로세스로 초기화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F1746-337D-4E7B-9667-51571083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A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42C76-EFCC-46C5-9B05-9A41D0B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38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86227-23ED-4D7A-BB2C-29C6BA28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86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 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A56C-F017-48C4-A51D-23687AAF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RAPID 상태와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소켓 리스너 초기화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C89DF-319E-4A64-8578-D6AB14C5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2FE14-792D-4651-AF00-A55E78FC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D8677-42B5-4111-B5F8-52FB3A1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중계기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14C6A-BC6A-41D7-8667-DE5DDC3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ABB와 중앙을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새 연결로 묶음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BAAC0-64C9-47DD-92EF-60C0D9FB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09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3F16D-F6A1-4692-963A-9F37A70C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38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101ED-F2C5-42E6-81D8-9A0BAFB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첫 Start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5623F-70D4-4511-91C9-6F327172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814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모두 같은 시점의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상태처럼 보임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7F32C-2E97-4087-B3B3-E7667904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전체 재시작은 상태 동기화가 아니라, 불일치를 ‘우연히 지우는’ 운영 절차다.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096A7-A4FA-4755-88E1-985B0648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742647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F0080F-25F7-4D96-A66C-65ACE053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2250F-90E5-4637-ABD3-0385F21E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‘연결됨’과 ‘준비됨’을 분리해서 보자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4EB3B-8817-479F-A6F8-7241B19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874CD-FCAF-429F-8E7D-B4A03AC7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00E24-964F-4A93-81E0-EC5C0CFF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C8F9C-4C88-428E-B22C-3051605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2914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알 수 있는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38F4B-F9F6-4A82-A340-BCB8065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3830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아직 모르는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C09F1-3632-4C6A-80B9-28D5ADA7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383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명령 허용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A9B0F-D8EB-48C6-9767-B7F3BDBA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DISCONNECTED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73D5E-E410-4D21-9912-58A03A1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914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경로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9A891-D7ED-4F07-8667-3FB8020C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2647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전체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CA0CF-000C-4D2F-B34F-780340C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C44C4-A231-44B7-870C-399ECEF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TCP_CONNECTED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35EF2-8463-44BF-A5D8-535073A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2914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소켓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E4B60-05A6-4A61-9A15-F3852EB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2647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 세션·업무 상태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3D631-3F02-4EC6-AA15-4C95EED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EC48E-F022-4E4A-9159-7F183CE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HANDSHAKING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E9B1D-DC0C-4F45-ACCF-B7BC1AD2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914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상대 식별 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29C86-FA42-4511-8028-2B30BBC0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647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상태 일치 여부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9E4D9-D7A7-44B5-B3FF-852D8BB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14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금지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B7D8C-39E1-464D-B402-F6B16C73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072A4-AE0B-4DDB-ADC6-2ECFC12A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2914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현재 세션·상태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D5053-7073-44B3-849D-ED756DD3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2647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17213-3B88-4BCB-8144-7494698E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386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허용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C382B-DAFB-4199-817F-D83F29B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RECOVERY_REQUIRED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A345A-1324-4BBB-AC16-1F8CBDCA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62550"/>
            <a:ext cx="2914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결과가 불확실함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23953-143C-40C4-B482-76890508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62550"/>
            <a:ext cx="2647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명령 실행 여부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49FFD-9AA0-4DD9-9A6E-A711311A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625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금지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ABB0A-A888-4C51-A3FA-940F248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783250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ECE44-0766-4695-B7EA-E0D8BAF8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BF6DC-11C6-4C87-95DB-3D0504E7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원인 1 · ‘보냈다’는 플래그가 ABB 재시작을 모른다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60DD7-F150-4FE8-A1B7-B4DABE94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EEB9F-1DBE-47FC-AEC2-2630C8F8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61009-26B0-4AFC-ADCD-0E04EA21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238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9050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# Server_admin_Web.py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self._four_abb_start_sent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def _mark_4abb_started(self):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self._four_abb_start_sent =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if self._is_4abb_started():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return True, ""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56278-44C1-45EF-8606-21D93F94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48000"/>
            <a:ext cx="685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B0C0A-558E-4B2D-A1CA-269A21E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중앙 서버의 기억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FCB11-370F-400C-AF20-971D12D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33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A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8EC10-6539-4912-ACCF-D3B06CD7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Start 전송됨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26110-A561-4DE1-8487-98F4D456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62225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프로세스가 살아 있는 동안 True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1893-F9A0-4CEE-A754-DE55C791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ABB의 현실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A5356-8C47-47BD-9773-B5126BAC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4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F2466-DA53-4A85-BD3E-BD9D33A2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새 RAPID 세션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91FA5-2DBE-48D6-AA9D-B4ED95F7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9575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재시작으로 Start 효과는 사라질 수 있음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FAD87-7EC7-4F33-A487-79099298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5105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서버는 다시 보내지 않음 → 서버의 믿음과 장비 상태가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BD364-8782-43D1-B536-BDA3C282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977509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FDFA1-CAC0-4169-B0B2-8B4CA6A0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D97BB-B0F3-413F-A4A6-197B5543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원인 2 · 중계기는 결과가 불확실한 명령을 재전송한다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7A185-C64D-47A5-A4C0-37D8A38B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7F834-C0BC-4047-97AD-872792B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33BE6-5700-486E-AC9A-73EE2BB1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885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AB57C-AE49-4652-9242-DC17AFBD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3AE5D-2015-4D51-8F01-6C16DE77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14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① Start 전송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D9CE-B5F6-43D8-9894-8EB71A46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ABB 소켓에 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D0EE0-79D4-41C3-917A-B81E09B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4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8C9EA-56CE-4340-A121-BF75576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14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② 연결 오류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69B35-30F8-4F5B-8DEF-552EDEC1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도착 전? 도착 후?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548F3-BB76-45E6-8BA7-17526476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271D0-820C-4ECC-AE63-79B8CA26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③ ABB 재접속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35442-AEF2-41ED-A626-4CD0E6F4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새 소켓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858F0-C4B1-4A54-8E3D-2E53F471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4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44385-E549-4CBB-B22E-71DD456E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14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④ Start 재전송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A7CA8-00FC-40E8-8972-08328B65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중복 동작 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76E12-8059-4EF9-8E95-0B160FA3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914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9050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except OSError: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abb_connection = reconnect_abb(...)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send_text(abb_connection, command)  # 같은 명령 재전송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E4CE8-5BCD-4AD3-AFDF-A1D6EC65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57850"/>
            <a:ext cx="979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 동작 명령의 ‘at least once’는 위험하다. 결과가 불확실하면 멈추고 조회해야 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B9441-E825-4865-B4A3-BF5C889F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954995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5B248-238F-4F64-A14C-17A84DA7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BA1EA-760B-4924-9ECA-E75ED2FE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원인 3 · 생산 시작은 여러 명령을 보내고 결과를 묻지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95FC0-3E91-4C64-8EF5-DBE13FF3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71CD6-FFB3-49EE-B0E8-7E6A4255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C206B-1B01-4498-A4EC-D53B1014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953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9050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self.send("amr", RESET_SEQUENCE)</a:t>
            </a:r>
          </a:p>
          <a:p xmlns:a="http://schemas.openxmlformats.org/drawingml/2006/main">
            <a:pPr algn="l">
              <a:defRPr sz="180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self.send("amr", START)</a:t>
            </a:r>
          </a:p>
          <a:p xmlns:a="http://schemas.openxmlformats.org/drawingml/2006/main">
            <a:pPr algn="l">
              <a:defRPr sz="180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self.send("3abb", "Start")</a:t>
            </a:r>
          </a:p>
          <a:p xmlns:a="http://schemas.openxmlformats.org/drawingml/2006/main">
            <a:pPr algn="l">
              <a:defRPr sz="180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self.send("5abb", "Start")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F6C5A-FC11-4965-83D1-22BDA77D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07045-59E7-469B-B8CE-A0C37169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88A21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부분 성공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41A64-C3A9-4902-A497-8E88866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부분 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FBE26-646C-4D31-BA0E-F316CCB9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예: AMR은 시작했지만</a:t>
            </a:r>
          </a:p>
          <a:p xmlns:a="http://schemas.openxmlformats.org/drawingml/2006/main">
            <a:pPr algn="ctr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3abb는 오프라인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12A6F-31EB-4667-AD95-818E432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중앙은 일부 실패를</a:t>
            </a:r>
          </a:p>
          <a:p xmlns:a="http://schemas.openxmlformats.org/drawingml/2006/main">
            <a:pPr algn="ctr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작업 상태로 조정 못함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93D16-1936-4882-AE11-17361F26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209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필요한 질문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96724-928A-47E5-9369-796647A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260A2-8A21-4FA6-9612-9750D169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95875"/>
            <a:ext cx="10429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모두 현재 세션에서 READY인가?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EC97D-5694-4358-BF35-A3B1F13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4F56D-86B6-41C6-A944-FDFBAF2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95925"/>
            <a:ext cx="10429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각 명령을 누가 ACCEPTED 했는가?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C322D-29DB-41F0-A9BB-1A3C395E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7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16F2B-5F82-434B-981D-09E7BD3F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95975"/>
            <a:ext cx="10429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현재 run_id의 STARTED·COMPLETED가 맞는가?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AD72F-8CA3-4145-A284-7DB5D51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808020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9ACB1-CE45-4634-AED0-29697D45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CEC92-F3A3-4B90-89AC-F110A87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원인 4 · RAPID에서 같은 소켓을 두 곳이 읽는다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AA27A-4DC7-45A4-B7DE-3676CD9C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88B91-C3A6-49A0-A1FD-4FA7D441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D8DE2-51E4-4CE4-910F-7D69E631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0" cy="2476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36B93-BA00-4F1D-8671-1AAE2038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3333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8AADF-A7D9-4905-8184-827C353D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29125"/>
            <a:ext cx="3333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25A8C-3F9C-46E6-8B01-B8D97769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361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srv_client_socket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25AE0-F621-4F2B-9909-FD138CEE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Run_Socket_Server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SocketReceive → Handle_Command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71D07-898E-4802-B4EF-3C41F26E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WaitForAmrArrived</a:t>
            </a:r>
          </a:p>
          <a:p xmlns:a="http://schemas.openxmlformats.org/drawingml/2006/main">
            <a:pPr algn="ctr">
              <a:defRPr sz="16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별도 SocketReceive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EB4FB-003E-447D-B233-B6027588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9050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WHILE TRUE DO</a:t>
            </a:r>
          </a:p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SocketReceive srv_client_socket ...</a:t>
            </a:r>
          </a:p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Handle_Command srv_received_string;</a:t>
            </a:r>
          </a:p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ENDWHILE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38166-54C2-4582-8952-4E4A72E2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9050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WHILE NOT arrived DO</a:t>
            </a:r>
          </a:p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SocketReceive srv_client_socket ...</a:t>
            </a:r>
          </a:p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! AmrArrived가 아니면 사실상 소비</a:t>
            </a:r>
          </a:p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ENDWHILE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FBDA9-D772-4383-BD0E-4D77CC28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6735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세션의 수신 책임자는 반드시 하나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58C2E-132D-4CBF-B367-7144DC2C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794132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54BDF-03BD-45A4-B780-4FB5B2CB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A5034-3B7F-481E-93AB-88545938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ABB만 재시작했을 때 실제로 생기는 상태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B27D7-62E2-4B4C-B7E8-B1E70B81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69DDE-54FA-43F8-B92C-6E585C46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A5712-C736-41CE-8A43-240036FE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17F9A-5891-4B35-8AFE-2BE0F3C7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중계기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BFEC8-40EA-4CC2-B860-26FAC5D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8DAF0-3051-4272-AA18-B2058E9E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19250"/>
            <a:ext cx="0" cy="3619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75210-7B78-4A0E-A7DE-46FD9778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0" cy="3619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205F7-F605-47AB-A16E-FD4D8AE7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0" cy="3619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1BC77-318C-4F8E-8575-DE959BF1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19250"/>
            <a:ext cx="0" cy="3619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023DC-1FDE-4860-884E-9FA6AB7B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9620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5BD97-4206-42E0-8A50-9DA07BC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9620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5EB04-DF21-48FB-BCBF-BFE58545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9620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EBF8D-C2DC-4AAB-91B6-0480A53F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1445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t0</a:t>
            </a:r>
          </a:p>
          <a:p xmlns:a="http://schemas.openxmlformats.org/drawingml/2006/main">
            <a:pPr algn="ctr">
              <a:def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정상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A095B-EA8F-4816-9335-9E44CB66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t1</a:t>
            </a:r>
          </a:p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ABB 재시작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7ABF7-897D-439C-8080-0B7CD497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31445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88A21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t2</a:t>
            </a:r>
          </a:p>
          <a:p xmlns:a="http://schemas.openxmlformats.org/drawingml/2006/main">
            <a:pPr algn="ctr">
              <a:defRPr sz="127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중계기 재접속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AD7ED-C15F-4A4D-B54A-DDDB7C41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1445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t3</a:t>
            </a:r>
          </a:p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생산 시작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1B833-194E-4980-8F7F-2FA0908B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4abb_started=True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5E26C-36A3-4DC8-9C56-73717E99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859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여전히 True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9CBD1-FF1C-4B23-AB30-B1A37618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중계기 연결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1CC60-74ED-4077-A685-9B232931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859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Start 생략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9C9C3-7AE2-4812-8309-81E87B3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기존 연결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50212-0174-41ED-9A12-C198F793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재접속 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D101B-6BF9-4217-A6F0-CE18B437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연결됨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AECF2-C966-44C7-9522-CD4A249C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529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새 RAPID 세션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330E1-20B1-48D6-884C-45747B77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IDLE이지만 미준비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84252-811A-41E4-B0CE-0ECD54F7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529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명령 대기 상태 아님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EB3D0-6CB2-4E55-B48D-C63D0B9E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19750"/>
            <a:ext cx="712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전체 재시작을 하면 중앙의 True도 지워져 다시 맞아 보인다.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737E3-BC85-4060-BC39-19CA169C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870757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40D35-2478-433C-8F61-6991EE25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개선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238CB-769B-4128-85C2-F5F93ECC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8763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누가 먼저 켜져도</a:t>
            </a:r>
          </a:p>
          <a:p xmlns:a="http://schemas.openxmlformats.org/drawingml/2006/main">
            <a:pPr algn="l">
              <a:defRPr sz="4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서로를 발견하고 READY로 수렴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F1D65-2C59-419E-9CB4-5D1D723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9715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6E8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B2014-A5EE-4763-A592-7D08A5B1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ECF84-640F-48D4-AB0A-BA0801C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907F7-213F-4491-9D7F-EBBD56B1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D998B-2F80-458D-8D08-8CE0D36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재시도 + backoff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45398-B263-4759-8668-594E5E1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5422A-0B60-4B2B-A8D5-5E5601EF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C8C3B-46A8-4756-8A57-A9962BF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91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식별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AB70F-A1CB-48B3-9BF3-BD5B4996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48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세션·프로토콜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20A2A-7BB2-4AE8-AF89-0286F6B4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585B0-F4BE-44DC-9F7B-9FBE5619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195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6DB2D-869A-4799-AFD2-A3C6972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동기화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49FB4-9D7B-4724-B81E-3C672587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48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실제 상태 조회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D6437-2AEC-492A-B633-356C9721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A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7907D-8691-4855-91E0-C225DD71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32EF6-1AAB-42E6-BFE7-28FE050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91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준비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BB1C3-D6C7-4976-9F08-79543063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48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명령 허용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E7B05-5AB6-46DE-ABA3-5C9C1A87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48350"/>
            <a:ext cx="765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정해진 순서 대신, 명시적인 상태 전이를 운영 규칙으로 만든다.</a:t>
            </a:r>
          </a:p>
        </p:txBody>
      </p:sp>
    </p:spTree>
    <p:extLst>
      <p:ext uri="{BB962C8B-B14F-4D97-AF65-F5344CB8AC3E}">
        <p14:creationId xmlns:p14="http://schemas.microsoft.com/office/powerpoint/2010/main" val="882556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F28E7-7B8E-408C-8EED-3B096542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08275-86B2-4FC3-8324-80B64443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목표 상태 머신: 연결 후 반드시 동기화를 거친다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51E89-AAE7-4A09-A179-C27356B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40444-67A1-4C76-8644-B38E8999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E34C-6255-4409-A7ED-BE8CA00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622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AB82D-C879-4CA3-B8CD-4E6EC19B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622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C9296-EDCD-4819-BCB4-6EFB271D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622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64A29-1CB0-4C29-9283-2F7FF4FB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02AC0-39BF-42DA-813B-E9FDBA7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622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C32C4-B422-41BE-86C5-05782C8D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622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010D2-BBF5-4754-8504-DF7598AE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DISCONNECTED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463A2-DC67-442C-8556-4A94FABD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3360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CONNECTING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B6026-9E76-4E3E-AD94-0E758178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TCP_CONNECTED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80FC4-718B-4CD0-9FF6-E857B4AB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HANDSHAKING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BAF3B-54BE-4B8C-8983-7BBB6F72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SYNCHRONIZING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B0F2E-A863-4C77-AE58-4E4A0183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3360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DA63B-32A8-4B0D-BAED-EBFF4622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3360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BUSY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528BE-C4A7-4522-870A-3A5D1B60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1336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EF579-F586-4BB4-983F-5F84604F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86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완료 후 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D6451-F051-4311-8897-3B5300BB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958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88A21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DEGRADED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B537C-E11A-4D18-AF9C-3709E0C7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958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88A21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RECONNECTING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52DE1-0EB3-4B1D-9471-E3CDB8C5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RECOVERY_REQUIRED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EAB93-973B-4C0B-B207-E49ABB4F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Heartbeat 만료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D8D6D-3007-448A-9950-13002A6F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네트워크 복구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D011D-AA47-47B9-996E-85766C3A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43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실행 여부 불명확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9A5A3-F01A-4708-A34C-BB8F99F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769339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D5498-7271-4E5F-9547-CC7BD01F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691EE-93B3-4B01-8202-EEAC113C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중계기는 두 연결을 독립적으로 감독해야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6216A-10D8-475C-8E87-1D2D3A5F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243AA-EA2C-44D7-91AF-2C5F5FD4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4DEDB-B1BC-4921-A569-3AC33D18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9560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B05CA-1BE6-4846-A996-BBF7E251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9560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9FB42-5D3A-4EDF-ACA9-8E011591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중앙 서버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FA40-E0FE-4929-8F24-8755CA18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central_supervisor</a:t>
            </a:r>
          </a:p>
          <a:p xmlns:a="http://schemas.openxmlformats.org/drawingml/2006/main">
            <a:pPr algn="ctr">
              <a:defRPr sz="15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재접속 · HELLO · heartbeat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62F0E-B4F9-4375-ABF8-1C5E7E06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robot_supervisor</a:t>
            </a:r>
          </a:p>
          <a:p xmlns:a="http://schemas.openxmlformats.org/drawingml/2006/main">
            <a:pPr algn="ctr">
              <a:defRPr sz="15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재접속 · 상태 조회 · heartbeat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EAA4D-40D7-4F9B-96F8-1E136720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 RAPID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1EF70-A848-4FC2-93EB-13B7DC69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285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2AA46-06D0-4C80-A041-BEEDB71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62350"/>
            <a:ext cx="542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공유 상태 저장소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central=UP/DOWN · robot=UP/DOWN ·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BC36C-F1F5-492F-BAF7-3B451B56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88A21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중앙 O · ABB X</a:t>
            </a:r>
          </a:p>
          <a:p xmlns:a="http://schemas.openxmlformats.org/drawingml/2006/main">
            <a:pPr algn="ctr">
              <a:defRPr sz="13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DEGRADED / ROBOT_OFFLINE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74D4F-C8FC-4693-A47E-453F17A3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10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88A21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중앙 X · ABB O</a:t>
            </a:r>
          </a:p>
          <a:p xmlns:a="http://schemas.openxmlformats.org/drawingml/2006/main">
            <a:pPr algn="ctr">
              <a:defRPr sz="13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연결 유지 · 새 동작 금지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85427-12A2-4335-8859-5F46171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둘 다 O · 미동기화</a:t>
            </a:r>
          </a:p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SYNCHRONIZING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6CB02-0901-47CE-98A8-BFC1E9C0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둘 다 O · 동기화 완료</a:t>
            </a:r>
          </a:p>
          <a:p xmlns:a="http://schemas.openxmlformats.org/drawingml/2006/main">
            <a:pPr algn="ctr">
              <a:defRPr sz="13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9FD3D-E8DA-40E5-9666-1D961D50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20283679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1CFB3-1013-422D-A0D9-949C4EDE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8120E-6DA1-4494-9479-12DF6447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핸드셰이크: ‘누구와 어떤 실행 세션인지’ 먼저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C3F63-B585-4FEC-9FCA-0CC39CFE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64FCA-7353-4864-B050-8B34AFB7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A6479-DAF4-412A-96A6-243475E8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RELAY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F52B9-9B01-484B-9178-02F9D84C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097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CENTRAL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FCC10-B6FE-4913-AF08-06170C3F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33550"/>
            <a:ext cx="0" cy="419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CD6B1-BA16-40EB-B591-E57C9BA0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33550"/>
            <a:ext cx="0" cy="419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8BFDD-B2D9-4B40-BF52-D8F95002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00250"/>
            <a:ext cx="7239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65B5A-6B0C-41CD-974A-6E4C3BB1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617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76200" tIns="95250" rIns="76200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HELLO relay=3abb protocol=2 relay_session=R-81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C2CF3-2470-4195-9452-7A466B93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72390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A7733-3941-4330-8354-96265DA3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617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76200" tIns="95250" rIns="76200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WELCOME server_session=S-15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93FCF-29CA-409C-A6FA-01176353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90950"/>
            <a:ext cx="7239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CD029-D9A1-455A-B926-646908DE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617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76200" tIns="95250" rIns="76200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ROBOT_STATUS robot_session=A-42 state=IDLE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4C289-F794-4734-B8C5-AFFB0EC5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72390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4C431-1FD6-45BB-B474-86CF23AC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617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76200" tIns="95250" rIns="76200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SYNC_REQUEST desired_run=none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0107F-5EDC-4185-BD03-829B4D4F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81650"/>
            <a:ext cx="7239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6F296-9FCE-4EF7-9842-C61223C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617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76200" tIns="95250" rIns="76200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READY robot_session=A-42 state=IDLE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40C6C-E397-4662-A20C-1333B181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8455941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E3837-D369-49E1-8A57-9912801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C0819-8305-48D5-9E45-BF900EB6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Desired State와 Observed State를 따로 저장한다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6D9E4-DBDC-4402-B975-C6E1B89B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31405-B7DC-47F8-BAF4-9CFD441F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BDA53-C2C0-4A5D-B726-5B97090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DESIRED</a:t>
            </a:r>
          </a:p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중앙 서버가 원하는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BB471-AF5F-4202-BD28-B19F4E07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7640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OBSERVED</a:t>
            </a:r>
          </a:p>
          <a:p xmlns:a="http://schemas.openxmlformats.org/drawingml/2006/main">
            <a:pPr algn="ctr">
              <a:defRPr sz="20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ABB가 현재 보고한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55C1F-3FFB-4FA5-BB5D-BC78E0D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4476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9050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receiving_enabled = true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desired_run_id = run-7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expected_state = IDLE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23D3E-F718-41A1-AA25-246C6A10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4476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9050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robot_session = A-42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state = WAITING_PLC</a:t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last_completed = cmd-102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B8EC6-A474-4BBD-A2FD-85489673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24225"/>
            <a:ext cx="1257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41456-2B64-4A77-9D44-3547DDA8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95600"/>
            <a:ext cx="12573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88A21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RECONCILE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B448F-05CD-4A1D-9DF8-AA31BEA0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01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일치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A4C95-10F4-436B-B77E-A2ABF87F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29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READY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03221-E39E-4F76-B4DE-484F7FD3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01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불일치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AC184-A72D-49DF-94DE-A2004982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293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동기화 또는 RECOVERY_REQUIRED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E2C2C-3006-48EC-87A4-FC4B898B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6025899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37246-6580-43B6-8D63-380D3F57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CB824-71CC-4C46-B5ED-69A75E6E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명령은 ‘전송’이 아니라 생명주기로 추적한다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E97CA-6DFF-4CB0-A9F4-94D73448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E2808-3866-4CBB-8EEF-1D70F7C1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6C187-A93D-4370-80DF-9BD41C85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A327B-7C76-478E-B672-BCD3D461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642E7-9061-40E9-80CE-15D53DD4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82A7C-9462-41C3-9D40-F852161B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63CA8-88AB-4192-AE06-3CB11E39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COMMAND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run-7 · cmd-103</a:t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expected=IDLE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DF491-060A-4E7F-B501-4251B7C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33B55-C8FF-4558-8446-B77EBD12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8600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ACCEPTED</a:t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중복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6A358-1001-49EF-B7C7-4638F556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10E42-FC1D-40E8-9059-DD7DDFB5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88A21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EVENT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STARTED</a:t>
            </a:r>
          </a:p>
          <a:p xmlns:a="http://schemas.openxmlformats.org/drawingml/2006/main">
            <a:pPr algn="ctr">
              <a:defRPr sz="180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88A21"/>
                </a:solidFill>
                <a:latin typeface="Noto Sans KR"/>
                <a:ea typeface="Noto Sans KR"/>
                <a:cs typeface="Noto Sans KR"/>
              </a:rPr>
              <a:t>실제 실행 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350BC-5AD8-41C0-877B-6B715375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66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75175-A11E-4A1B-9A74-A70558F5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8600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COMPLETED</a:t>
            </a:r>
          </a:p>
          <a:p xmlns:a="http://schemas.openxmlformats.org/drawingml/2006/main">
            <a:pPr algn="ctr">
              <a:defRPr sz="180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또는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43961-FB1F-4A41-96D7-599B5819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9791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9050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COMMAND run_id=run-7 command_id=cmd-103 action=START</a:t>
            </a:r>
          </a:p>
          <a:p xmlns:a="http://schemas.openxmlformats.org/drawingml/2006/main">
            <a:pPr algn="l">
              <a:defRPr sz="14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ACK command_id=cmd-103 status=ACCEPTED</a:t>
            </a:r>
          </a:p>
          <a:p xmlns:a="http://schemas.openxmlformats.org/drawingml/2006/main">
            <a:pPr algn="l">
              <a:defRPr sz="14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RESULT command_id=cmd-103 status=COMPLETED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70F93-BF11-4F92-AF56-EA86A5A5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4669734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1DBAB-2D99-400E-A5A2-6D858366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EE1EF-98AD-4084-AF5C-75CDCF5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재연결 후의 원칙: 모르면 다시 실행하지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64D1E-D7D3-4CE7-9428-CE980B6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39900-CA5F-4568-9C05-92E969FA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40FF0-3979-43CF-A622-03D6BA82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EC506-9870-430F-ABCD-607B5A32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57350"/>
            <a:ext cx="3448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3A1A6-D21D-4F5E-91B4-EB8DBE3F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자동 재전송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F548F-2484-4893-B1E9-798F08F4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57350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831B0-7C06-465C-8235-C3952044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105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ACK 전 연결 단절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1655C-137B-4923-9FF4-E746F22F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05050"/>
            <a:ext cx="3448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ABB 수신 여부 불명확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BDE58-2C16-45EB-9E43-B20CC385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76915-911F-49EE-867B-8ECC2B6C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RECOVERY_REQUIRED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92BCA-1841-4FFF-AFC6-FB22509F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105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같은 command_id 재수신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96A12-1937-41C8-95E5-66D2D3D1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3448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이미 처리 기록 존재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BB794-9B91-4FD6-84D7-5D12367C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동작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825DC-B700-4518-9BD6-EC100F8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기존 결과 반환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0517D-3E63-4252-BB39-656D553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3105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조회 결과 IDLE·미실행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13634-2A14-4711-A34B-AF20E978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81450"/>
            <a:ext cx="3448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사전조건과 세션 일치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D41D5-7ECE-4F49-BAE4-9B012F87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정책에 따라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02272-B98B-49D3-BC6B-1405947F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새 명령 ID 권장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9B598-60D2-460E-B137-D28A7AFA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3105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상태가 BUSY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4056F-F2BC-403A-9EE5-1DF7C57A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19650"/>
            <a:ext cx="3448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이미 실행 중일 가능성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0D3E3-DE78-4BBC-90D9-F5983835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금지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726E7-7869-48BC-96F2-1A57C2F7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96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관찰·완료 대기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84B77-7DBC-4A8C-AC61-078769E1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6536620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91095-BA78-4A64-BCC0-250BD9DE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B1A1B-F83E-4183-B4BF-EF898E0A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전 구성 요소가 READY일 때만 생산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17D25-6AB1-4D2D-B37B-0477231C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F797F-8279-43A7-A238-B1F0D694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E5DB2-139F-4421-8AC2-98AD4452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✓  AMR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session current</a:t>
            </a:r>
          </a:p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state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73DC9-755D-4007-9955-DD572805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97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✓  3abb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relay + robot</a:t>
            </a:r>
          </a:p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168AE-E20A-43C5-86D7-04108FC0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✓  4abb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READY + receiving</a:t>
            </a:r>
          </a:p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observed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F9130-4FBD-48BD-98D0-592B4ADC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✓  5abb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relay + robot</a:t>
            </a:r>
          </a:p>
          <a:p xmlns:a="http://schemas.openxmlformats.org/drawingml/2006/main">
            <a:pPr algn="ctr">
              <a:def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B355B-68D7-4158-830E-1734292E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8EDDD-0906-49C8-9C22-0798E11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574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START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run-7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10101-4CBA-44B0-9733-C6CF6D29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장벽 통과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2DDE1-A1B1-433C-BDE8-8802F78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6CDB9-351D-44D7-9B55-E56461C3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72000"/>
            <a:ext cx="1042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진행 중인 다른 run_id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A4787-8BAB-4D67-8543-A1B5047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C0CEA-B81B-4084-949B-BA26B143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53000"/>
            <a:ext cx="1042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해결되지 않은 RECOVERY_REQUIRED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AD968-FBA3-4ED0-9A74-CC4D517A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F3092-D1E9-4784-B463-E66DD4C1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34000"/>
            <a:ext cx="1042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모든 heartbeat가 TTL 안에 있음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BFDA6-F8A4-4FB5-AEE4-F1A55E68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5C8F8-F17D-407E-9B1A-8705F37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15000"/>
            <a:ext cx="1042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하나라도 실패하면 전체 시작 거부 — 부분 전송 금지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3D59D-8863-479B-A7C3-24C41A74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8725685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38F1D-7583-4708-A626-50193356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0723 · STARTUP-ORDER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2B604-8DA4-42B6-A322-56E1A21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개선 순서: 안전 문제부터, 구조 개선은 단계적으로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1F5C6-C112-428D-AAF8-51D3D632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7EA1-B1A9-4C64-9A5A-79A8288C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EC5A-989A-4E9F-962E-30D99852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714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C4C57"/>
                </a:solidFill>
                <a:latin typeface="Noto Sans KR"/>
                <a:ea typeface="Noto Sans KR"/>
                <a:cs typeface="Noto Sans KR"/>
              </a:rPr>
              <a:t>P0 · 즉시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12257-F8F3-4D2F-B8D3-B2D6C5EE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4671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B"/>
          </a:solidFill>
          <a:ln xmlns:a="http://schemas.openxmlformats.org/drawingml/2006/main" w="9525">
            <a:solidFill>
              <a:srgbClr val="DC4C57"/>
            </a:solidFill>
            <a:prstDash val="solid"/>
          </a:ln>
        </p:spPr>
        <p:txBody>
          <a:bodyPr xmlns:a="http://schemas.openxmlformats.org/drawingml/2006/main" wrap="square" lIns="247650" tIns="247650" rIns="2095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오작동 가능성 차단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Start 자동 재전송 제거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모든 send 결과 검사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전체 readiness barrier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ABB 재연결 시 플래그 무효화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F69D1-DD4C-434D-B431-A6A17223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1714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P1 ·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5F619-63FF-46E9-96C2-9FAB11E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4671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247650" tIns="247650" rIns="2095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세션과 상태 동기화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server / relay / robot session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HELLO · STATUS · READY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heartbeat + TTL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독립 connection supervisor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2F7AF-AC53-4518-9C88-6853F019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1714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P2 · 완성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88160-D787-4C9F-9BC8-791F0B48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4671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2CA36B"/>
            </a:solidFill>
            <a:prstDash val="solid"/>
          </a:ln>
        </p:spPr>
        <p:txBody>
          <a:bodyPr xmlns:a="http://schemas.openxmlformats.org/drawingml/2006/main" wrap="square" lIns="247650" tIns="247650" rIns="2095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추적 가능한 명령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run_id + command_id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ACK · RESULT · timeout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SQLite journal</a:t>
            </a:r>
          </a:p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RAPID 수신 책임 단일화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2AA79-2FC4-4D63-8A5B-3F4976C1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48350"/>
            <a:ext cx="807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원본 Final_Ver07 보존 → Final_Ver08_Resilient 복사본에서 구현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2B0F1-722D-4526-84DB-712D2BFB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715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Final_Ver07 정적 분석 기반 · 실제 장비 동작 전 RobotStudio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6742391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085CA-FA70-495D-B219-573A0AB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완료의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5840F-488B-4C28-A0EC-27A2E462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981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모든 기동·재시작 순서가</a:t>
            </a:r>
          </a:p>
          <a:p xmlns:a="http://schemas.openxmlformats.org/drawingml/2006/main">
            <a:pPr algn="l">
              <a:defRPr sz="42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안전하게 READY로 수렴한다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77B4E-FA9D-4821-8D71-0A029AD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F2A3A-CED4-43A3-82F0-F3CFF4CC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3276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A4F2F-B90B-4A59-87C1-803EF92A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325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5DE78-DAF4-4C20-B5CC-BA9D9271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4EE34-846C-4CA9-86D5-615A488B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최초 기동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AD883-71F7-4A94-8CB0-1387AAB2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모든 6개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C8092-7280-4350-A4D9-6C03D40A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3257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537F2-0718-4237-A533-B001FA98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21348-CD98-4CE3-934C-3F9F7B64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중앙 재시작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6FFF7-0617-4FC5-9698-0634DC0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7667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새 server_session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6AD21-425D-4C59-B6F0-0D236C66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76675"/>
            <a:ext cx="3257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재동기화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39265-C8BE-451A-9CCF-161C0156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7667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71191-6639-4E83-A81F-2586AAB4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중계기 재시작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3AFBC-FB76-4258-8CFB-876A7884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새 relay_session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77235-CD10-4909-A834-AEAB375C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3257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이전 상태 폐기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3734B-2BDA-40C1-87EF-F968F41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24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CC9E1-06BC-45DA-AA8A-221246FB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 재시작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A84DA-5940-4157-98C5-4BBEDEEC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새 robot_session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CBB67-C351-4D13-B166-6D564E0B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72025"/>
            <a:ext cx="3257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플래그 무효화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22D90-1BA6-4FCA-9B46-99E73A0E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720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B35C4-9228-4939-911C-749ABFC2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전송 중 단절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79A24-B65B-4D86-8E18-D041C963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결과 불확실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A2BA9-EF96-4C24-B95D-B48BC7A2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3257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자동 재실행 금지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67EA5-57F6-4475-B7C9-206BFA8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197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664BA0-AC16-4CDC-816B-8592E063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중복 command_id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1DC36A-EA0B-4447-BF72-878682AC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6737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2회 수신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F1DC1-B36C-4A83-A17B-73CA12B7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67375"/>
            <a:ext cx="3257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동작 1회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409A3E-7107-47CC-8AC5-92A5D65F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6737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CA36B"/>
                </a:solidFill>
                <a:latin typeface="Noto Sans KR"/>
                <a:ea typeface="Noto Sans KR"/>
                <a:cs typeface="Noto Sans KR"/>
              </a:rPr>
              <a:t>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D2580-3659-41B3-83BC-4C8CFE5D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86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새 운영 규칙 · 순서를 외우지 말고 READY를 확인한다</a:t>
            </a:r>
          </a:p>
        </p:txBody>
      </p:sp>
    </p:spTree>
    <p:extLst>
      <p:ext uri="{BB962C8B-B14F-4D97-AF65-F5344CB8AC3E}">
        <p14:creationId xmlns:p14="http://schemas.microsoft.com/office/powerpoint/2010/main" val="252201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2026-08-10T04:06:25.7060000Z</dcterms:created>
  <dcterms:modified xsi:type="dcterms:W3CDTF">2026-08-10T04:06:25.7060000Z</dcterms:modified>
</coreProperties>
</file>